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otham Bold" charset="1" panose="00000000000000000000"/>
      <p:regular r:id="rId15"/>
    </p:embeddedFont>
    <p:embeddedFont>
      <p:font typeface="Lastica" charset="1" panose="02000500000000000000"/>
      <p:regular r:id="rId16"/>
    </p:embeddedFont>
    <p:embeddedFont>
      <p:font typeface="Poppins Bold" charset="1" panose="00000800000000000000"/>
      <p:regular r:id="rId17"/>
    </p:embeddedFont>
    <p:embeddedFont>
      <p:font typeface="Intro Rust" charset="1" panose="000005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8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-503435"/>
            <a:ext cx="18288000" cy="11186521"/>
          </a:xfrm>
          <a:custGeom>
            <a:avLst/>
            <a:gdLst/>
            <a:ahLst/>
            <a:cxnLst/>
            <a:rect r="r" b="b" t="t" l="l"/>
            <a:pathLst>
              <a:path h="11186521" w="18288000">
                <a:moveTo>
                  <a:pt x="18288000" y="0"/>
                </a:moveTo>
                <a:lnTo>
                  <a:pt x="0" y="0"/>
                </a:lnTo>
                <a:lnTo>
                  <a:pt x="0" y="11186521"/>
                </a:lnTo>
                <a:lnTo>
                  <a:pt x="18288000" y="11186521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1279" t="0" r="-24127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9823" y="0"/>
            <a:ext cx="18677823" cy="11510738"/>
            <a:chOff x="0" y="0"/>
            <a:chExt cx="24903764" cy="153476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>
              <a:alphaModFix amt="55000"/>
            </a:blip>
            <a:srcRect l="0" t="3750" r="0" b="3750"/>
            <a:stretch>
              <a:fillRect/>
            </a:stretch>
          </p:blipFill>
          <p:spPr>
            <a:xfrm flipH="false" flipV="false">
              <a:off x="0" y="0"/>
              <a:ext cx="24903764" cy="1534765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551659" y="2726612"/>
            <a:ext cx="9514163" cy="600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</a:p>
          <a:p>
            <a:pPr algn="just" marL="611710" indent="-305855" lvl="1">
              <a:lnSpc>
                <a:spcPts val="8112"/>
              </a:lnSpc>
              <a:buFont typeface="Arial"/>
              <a:buChar char="•"/>
            </a:pPr>
            <a:r>
              <a:rPr lang="en-US" b="true" sz="33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 ID - </a:t>
            </a:r>
          </a:p>
          <a:p>
            <a:pPr algn="just" marL="611710" indent="-305855" lvl="1">
              <a:lnSpc>
                <a:spcPts val="4732"/>
              </a:lnSpc>
              <a:buFont typeface="Arial"/>
              <a:buChar char="•"/>
            </a:pPr>
            <a:r>
              <a:rPr lang="en-US" b="true" sz="3380" spc="-3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 Title - </a:t>
            </a:r>
          </a:p>
          <a:p>
            <a:pPr algn="just" marL="611710" indent="-305855" lvl="1">
              <a:lnSpc>
                <a:spcPts val="8112"/>
              </a:lnSpc>
              <a:buFont typeface="Arial"/>
              <a:buChar char="•"/>
            </a:pPr>
            <a:r>
              <a:rPr lang="en-US" b="true" sz="33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Theme - </a:t>
            </a:r>
          </a:p>
          <a:p>
            <a:pPr algn="just" marL="611710" indent="-305855" lvl="1">
              <a:lnSpc>
                <a:spcPts val="8112"/>
              </a:lnSpc>
              <a:buFont typeface="Arial"/>
              <a:buChar char="•"/>
            </a:pPr>
            <a:r>
              <a:rPr lang="en-US" b="true" sz="33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PS Category - </a:t>
            </a:r>
          </a:p>
          <a:p>
            <a:pPr algn="just" marL="611710" indent="-305855" lvl="1">
              <a:lnSpc>
                <a:spcPts val="8112"/>
              </a:lnSpc>
              <a:buFont typeface="Arial"/>
              <a:buChar char="•"/>
            </a:pPr>
            <a:r>
              <a:rPr lang="en-US" b="true" sz="33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Team ID - </a:t>
            </a:r>
          </a:p>
          <a:p>
            <a:pPr algn="just" marL="611710" indent="-305855" lvl="1">
              <a:lnSpc>
                <a:spcPts val="8112"/>
              </a:lnSpc>
              <a:buFont typeface="Arial"/>
              <a:buChar char="•"/>
            </a:pPr>
            <a:r>
              <a:rPr lang="en-US" b="true" sz="33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Team Name -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7719" y="-503435"/>
            <a:ext cx="17632563" cy="2482798"/>
            <a:chOff x="0" y="0"/>
            <a:chExt cx="23510084" cy="33103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10084" cy="3310398"/>
            </a:xfrm>
            <a:custGeom>
              <a:avLst/>
              <a:gdLst/>
              <a:ahLst/>
              <a:cxnLst/>
              <a:rect r="r" b="b" t="t" l="l"/>
              <a:pathLst>
                <a:path h="3310398" w="23510084">
                  <a:moveTo>
                    <a:pt x="0" y="0"/>
                  </a:moveTo>
                  <a:lnTo>
                    <a:pt x="23510084" y="0"/>
                  </a:lnTo>
                  <a:lnTo>
                    <a:pt x="23510084" y="3310398"/>
                  </a:lnTo>
                  <a:lnTo>
                    <a:pt x="0" y="3310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5648" r="-6376" b="-40711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422315" y="790993"/>
              <a:ext cx="11382637" cy="1537309"/>
            </a:xfrm>
            <a:custGeom>
              <a:avLst/>
              <a:gdLst/>
              <a:ahLst/>
              <a:cxnLst/>
              <a:rect r="r" b="b" t="t" l="l"/>
              <a:pathLst>
                <a:path h="1537309" w="11382637">
                  <a:moveTo>
                    <a:pt x="0" y="0"/>
                  </a:moveTo>
                  <a:lnTo>
                    <a:pt x="11382637" y="0"/>
                  </a:lnTo>
                  <a:lnTo>
                    <a:pt x="11382637" y="1537309"/>
                  </a:lnTo>
                  <a:lnTo>
                    <a:pt x="0" y="1537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858" t="-15040" r="-2110" b="-34707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0086" y="2328302"/>
              <a:ext cx="10403127" cy="307682"/>
            </a:xfrm>
            <a:custGeom>
              <a:avLst/>
              <a:gdLst/>
              <a:ahLst/>
              <a:cxnLst/>
              <a:rect r="r" b="b" t="t" l="l"/>
              <a:pathLst>
                <a:path h="307682" w="10403127">
                  <a:moveTo>
                    <a:pt x="0" y="0"/>
                  </a:moveTo>
                  <a:lnTo>
                    <a:pt x="10403127" y="0"/>
                  </a:lnTo>
                  <a:lnTo>
                    <a:pt x="10403127" y="307682"/>
                  </a:lnTo>
                  <a:lnTo>
                    <a:pt x="0" y="30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52658" r="0" b="-2213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950031" y="951056"/>
              <a:ext cx="1462566" cy="1462566"/>
            </a:xfrm>
            <a:custGeom>
              <a:avLst/>
              <a:gdLst/>
              <a:ahLst/>
              <a:cxnLst/>
              <a:rect r="r" b="b" t="t" l="l"/>
              <a:pathLst>
                <a:path h="1462566" w="1462566">
                  <a:moveTo>
                    <a:pt x="0" y="0"/>
                  </a:moveTo>
                  <a:lnTo>
                    <a:pt x="1462567" y="0"/>
                  </a:lnTo>
                  <a:lnTo>
                    <a:pt x="1462567" y="1462566"/>
                  </a:lnTo>
                  <a:lnTo>
                    <a:pt x="0" y="1462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43084" y="1095447"/>
              <a:ext cx="1540537" cy="1540537"/>
            </a:xfrm>
            <a:custGeom>
              <a:avLst/>
              <a:gdLst/>
              <a:ahLst/>
              <a:cxnLst/>
              <a:rect r="r" b="b" t="t" l="l"/>
              <a:pathLst>
                <a:path h="1540537" w="1540537">
                  <a:moveTo>
                    <a:pt x="0" y="0"/>
                  </a:moveTo>
                  <a:lnTo>
                    <a:pt x="1540538" y="0"/>
                  </a:lnTo>
                  <a:lnTo>
                    <a:pt x="1540538" y="1540537"/>
                  </a:lnTo>
                  <a:lnTo>
                    <a:pt x="0" y="1540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10" t="-28500" r="0" b="-2740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904179" y="928662"/>
              <a:ext cx="2762820" cy="1781175"/>
            </a:xfrm>
            <a:custGeom>
              <a:avLst/>
              <a:gdLst/>
              <a:ahLst/>
              <a:cxnLst/>
              <a:rect r="r" b="b" t="t" l="l"/>
              <a:pathLst>
                <a:path h="1781175" w="2762820">
                  <a:moveTo>
                    <a:pt x="0" y="0"/>
                  </a:moveTo>
                  <a:lnTo>
                    <a:pt x="2762820" y="0"/>
                  </a:lnTo>
                  <a:lnTo>
                    <a:pt x="2762820" y="1781175"/>
                  </a:lnTo>
                  <a:lnTo>
                    <a:pt x="0" y="1781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502261" y="2594814"/>
              <a:ext cx="15750461" cy="44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8"/>
                </a:lnSpc>
              </a:pPr>
              <a:r>
                <a:rPr lang="en-US" sz="1927" spc="59">
                  <a:solidFill>
                    <a:srgbClr val="EEF8FD"/>
                  </a:solidFill>
                  <a:latin typeface="Lastica"/>
                  <a:ea typeface="Lastica"/>
                  <a:cs typeface="Lastica"/>
                  <a:sym typeface="Lastica"/>
                </a:rPr>
                <a:t>DEPARTMENT OF COMPUTER SCIENCE AND ENGINEERING &amp; III CELL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8893" y="3108361"/>
            <a:ext cx="5761389" cy="4757813"/>
            <a:chOff x="0" y="0"/>
            <a:chExt cx="7681852" cy="6343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66254" y="0"/>
              <a:ext cx="6549344" cy="5042537"/>
            </a:xfrm>
            <a:custGeom>
              <a:avLst/>
              <a:gdLst/>
              <a:ahLst/>
              <a:cxnLst/>
              <a:rect r="r" b="b" t="t" l="l"/>
              <a:pathLst>
                <a:path h="5042537" w="6549344">
                  <a:moveTo>
                    <a:pt x="0" y="0"/>
                  </a:moveTo>
                  <a:lnTo>
                    <a:pt x="6549344" y="0"/>
                  </a:lnTo>
                  <a:lnTo>
                    <a:pt x="6549344" y="5042537"/>
                  </a:lnTo>
                  <a:lnTo>
                    <a:pt x="0" y="504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089" t="-31562" r="-2613" b="-8229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5432684"/>
              <a:ext cx="7681852" cy="911067"/>
            </a:xfrm>
            <a:custGeom>
              <a:avLst/>
              <a:gdLst/>
              <a:ahLst/>
              <a:cxnLst/>
              <a:rect r="r" b="b" t="t" l="l"/>
              <a:pathLst>
                <a:path h="911067" w="7681852">
                  <a:moveTo>
                    <a:pt x="0" y="0"/>
                  </a:moveTo>
                  <a:lnTo>
                    <a:pt x="7681852" y="0"/>
                  </a:lnTo>
                  <a:lnTo>
                    <a:pt x="7681852" y="911066"/>
                  </a:lnTo>
                  <a:lnTo>
                    <a:pt x="0" y="91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499" t="-819749" r="0" b="-3774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6373" y="213427"/>
            <a:ext cx="15806860" cy="1285059"/>
            <a:chOff x="0" y="0"/>
            <a:chExt cx="21075813" cy="1713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9268836" y="255116"/>
              <a:ext cx="8871083" cy="137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1"/>
                </a:lnSpc>
              </a:pPr>
              <a:r>
                <a:rPr lang="en-US" sz="35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Problem Understanding &amp;</a:t>
              </a:r>
            </a:p>
            <a:p>
              <a:pPr algn="ctr">
                <a:lnSpc>
                  <a:spcPts val="4041"/>
                </a:lnSpc>
              </a:pPr>
              <a:r>
                <a:rPr lang="en-US" sz="35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Domain Relevance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0843" y="2220376"/>
            <a:ext cx="13496032" cy="133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the problem clearly 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defined?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Does it match the given domain/problem statement?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6373" y="213427"/>
            <a:ext cx="15806860" cy="1630974"/>
            <a:chOff x="0" y="0"/>
            <a:chExt cx="21075813" cy="2174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542652" y="434078"/>
              <a:ext cx="13881704" cy="1740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</a:pPr>
              <a:r>
                <a:rPr lang="en-US" sz="41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Innovation &amp; Creativity</a:t>
              </a:r>
            </a:p>
            <a:p>
              <a:pPr algn="ctr">
                <a:lnSpc>
                  <a:spcPts val="541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0843" y="2220376"/>
            <a:ext cx="17507157" cy="133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the idea u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nique or does it bring a new approach to an existing problem?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6373" y="213427"/>
            <a:ext cx="15806860" cy="1285059"/>
            <a:chOff x="0" y="0"/>
            <a:chExt cx="21075813" cy="1713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739424" y="358053"/>
              <a:ext cx="10370445" cy="1294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3"/>
                </a:lnSpc>
              </a:pPr>
              <a:r>
                <a:rPr lang="en-US" sz="33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Solution Architecture &amp;</a:t>
              </a:r>
            </a:p>
            <a:p>
              <a:pPr algn="ctr">
                <a:lnSpc>
                  <a:spcPts val="3813"/>
                </a:lnSpc>
              </a:pPr>
              <a:r>
                <a:rPr lang="en-US" sz="33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Logical Flow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0843" y="2220376"/>
            <a:ext cx="17507157" cy="199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the system works,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workflow diagram, interaction between components (AI/IoT/Blockchain etc.).</a:t>
            </a:r>
          </a:p>
          <a:p>
            <a:pPr algn="l">
              <a:lnSpc>
                <a:spcPts val="51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6373" y="213427"/>
            <a:ext cx="15806860" cy="1285059"/>
            <a:chOff x="0" y="0"/>
            <a:chExt cx="21075813" cy="1713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76342" y="443638"/>
              <a:ext cx="13656072" cy="796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12"/>
                </a:lnSpc>
              </a:pPr>
              <a:r>
                <a:rPr lang="en-US" sz="40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Technology Stack &amp;</a:t>
              </a:r>
              <a:r>
                <a:rPr lang="en-US" sz="40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Data Strategy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0843" y="2220376"/>
            <a:ext cx="12265819" cy="133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Are the technologies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appropriate? 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will data, APIs, sensors, or datasets be used?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6373" y="213427"/>
            <a:ext cx="15806860" cy="1285059"/>
            <a:chOff x="0" y="0"/>
            <a:chExt cx="21075813" cy="1713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026816" y="443638"/>
              <a:ext cx="11355123" cy="943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Feasibility</a:t>
              </a: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&amp; Scalability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0843" y="2220376"/>
            <a:ext cx="8734524" cy="133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the ide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realistically be built?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Can it scale in real-world use?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86012" y="287186"/>
            <a:ext cx="1062335" cy="1076626"/>
          </a:xfrm>
          <a:custGeom>
            <a:avLst/>
            <a:gdLst/>
            <a:ahLst/>
            <a:cxnLst/>
            <a:rect r="r" b="b" t="t" l="l"/>
            <a:pathLst>
              <a:path h="1076626" w="1062335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6373" y="213427"/>
            <a:ext cx="15806860" cy="1285059"/>
            <a:chOff x="0" y="0"/>
            <a:chExt cx="21075813" cy="1713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98345"/>
              <a:ext cx="6051549" cy="1542121"/>
            </a:xfrm>
            <a:custGeom>
              <a:avLst/>
              <a:gdLst/>
              <a:ahLst/>
              <a:cxnLst/>
              <a:rect r="r" b="b" t="t" l="l"/>
              <a:pathLst>
                <a:path h="1542121" w="6051549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92627" y="342178"/>
              <a:ext cx="2003298" cy="95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40967" cy="63226"/>
              </a:xfrm>
              <a:custGeom>
                <a:avLst/>
                <a:gdLst/>
                <a:ahLst/>
                <a:cxnLst/>
                <a:rect r="r" b="b" t="t" l="l"/>
                <a:pathLst>
                  <a:path h="63226" w="540967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8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844518" y="443638"/>
              <a:ext cx="11719719" cy="943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PPT</a:t>
              </a: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Quality &amp; Originality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0843" y="2220376"/>
            <a:ext cx="13374787" cy="67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slides,</a:t>
            </a:r>
            <a:r>
              <a:rPr lang="en-US" sz="3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diagrams, references, and no plagiarism.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7000"/>
              </a:blip>
              <a:stretch>
                <a:fillRect l="-2499" t="-762883" r="0" b="-34948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746" y="1572245"/>
            <a:ext cx="17128507" cy="8308731"/>
            <a:chOff x="0" y="0"/>
            <a:chExt cx="842733" cy="40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733" cy="408795"/>
            </a:xfrm>
            <a:custGeom>
              <a:avLst/>
              <a:gdLst/>
              <a:ahLst/>
              <a:cxnLst/>
              <a:rect r="r" b="b" t="t" l="l"/>
              <a:pathLst>
                <a:path h="408795" w="842733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5717" y="3254154"/>
            <a:ext cx="4276565" cy="3778691"/>
            <a:chOff x="0" y="0"/>
            <a:chExt cx="5702087" cy="503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0319" y="0"/>
              <a:ext cx="4861448" cy="4004822"/>
            </a:xfrm>
            <a:custGeom>
              <a:avLst/>
              <a:gdLst/>
              <a:ahLst/>
              <a:cxnLst/>
              <a:rect r="r" b="b" t="t" l="l"/>
              <a:pathLst>
                <a:path h="4004822" w="4861448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</a:blip>
              <a:stretch>
                <a:fillRect l="-11082" t="-31562" r="-6294" b="-8229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314679"/>
              <a:ext cx="5702087" cy="723576"/>
            </a:xfrm>
            <a:custGeom>
              <a:avLst/>
              <a:gdLst/>
              <a:ahLst/>
              <a:cxnLst/>
              <a:rect r="r" b="b" t="t" l="l"/>
              <a:pathLst>
                <a:path h="723576" w="5702087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999"/>
              </a:blip>
              <a:stretch>
                <a:fillRect l="-2499" t="-762883" r="0" b="-3494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568345" y="167937"/>
            <a:ext cx="1180002" cy="1195876"/>
          </a:xfrm>
          <a:custGeom>
            <a:avLst/>
            <a:gdLst/>
            <a:ahLst/>
            <a:cxnLst/>
            <a:rect r="r" b="b" t="t" l="l"/>
            <a:pathLst>
              <a:path h="1195876" w="1180002">
                <a:moveTo>
                  <a:pt x="0" y="0"/>
                </a:moveTo>
                <a:lnTo>
                  <a:pt x="1180001" y="0"/>
                </a:lnTo>
                <a:lnTo>
                  <a:pt x="1180001" y="1195876"/>
                </a:lnTo>
                <a:lnTo>
                  <a:pt x="0" y="1195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42265" y="7328982"/>
            <a:ext cx="680347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557941"/>
                </a:solidFill>
                <a:latin typeface="Intro Rust"/>
                <a:ea typeface="Intro Rust"/>
                <a:cs typeface="Intro Rust"/>
                <a:sym typeface="Intro Rust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9137" y="97934"/>
            <a:ext cx="2072115" cy="1335881"/>
          </a:xfrm>
          <a:custGeom>
            <a:avLst/>
            <a:gdLst/>
            <a:ahLst/>
            <a:cxnLst/>
            <a:rect r="r" b="b" t="t" l="l"/>
            <a:pathLst>
              <a:path h="1335881" w="2072115">
                <a:moveTo>
                  <a:pt x="0" y="0"/>
                </a:moveTo>
                <a:lnTo>
                  <a:pt x="2072115" y="0"/>
                </a:lnTo>
                <a:lnTo>
                  <a:pt x="2072115" y="1335881"/>
                </a:lnTo>
                <a:lnTo>
                  <a:pt x="0" y="1335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3734" y="167937"/>
            <a:ext cx="1155403" cy="1155403"/>
          </a:xfrm>
          <a:custGeom>
            <a:avLst/>
            <a:gdLst/>
            <a:ahLst/>
            <a:cxnLst/>
            <a:rect r="r" b="b" t="t" l="l"/>
            <a:pathLst>
              <a:path h="1155403" w="1155403">
                <a:moveTo>
                  <a:pt x="0" y="0"/>
                </a:moveTo>
                <a:lnTo>
                  <a:pt x="1155403" y="0"/>
                </a:lnTo>
                <a:lnTo>
                  <a:pt x="1155403" y="1155402"/>
                </a:lnTo>
                <a:lnTo>
                  <a:pt x="0" y="1155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" t="-28500" r="0" b="-2740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757" y="1250053"/>
            <a:ext cx="17632563" cy="2108721"/>
            <a:chOff x="0" y="0"/>
            <a:chExt cx="23510084" cy="2811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10084" cy="2811628"/>
            </a:xfrm>
            <a:custGeom>
              <a:avLst/>
              <a:gdLst/>
              <a:ahLst/>
              <a:cxnLst/>
              <a:rect r="r" b="b" t="t" l="l"/>
              <a:pathLst>
                <a:path h="2811628" w="23510084">
                  <a:moveTo>
                    <a:pt x="0" y="0"/>
                  </a:moveTo>
                  <a:lnTo>
                    <a:pt x="23510084" y="0"/>
                  </a:lnTo>
                  <a:lnTo>
                    <a:pt x="23510084" y="2811628"/>
                  </a:lnTo>
                  <a:lnTo>
                    <a:pt x="0" y="2811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4546" r="-6376" b="-47933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422315" y="292223"/>
              <a:ext cx="11382637" cy="1537309"/>
            </a:xfrm>
            <a:custGeom>
              <a:avLst/>
              <a:gdLst/>
              <a:ahLst/>
              <a:cxnLst/>
              <a:rect r="r" b="b" t="t" l="l"/>
              <a:pathLst>
                <a:path h="1537309" w="11382637">
                  <a:moveTo>
                    <a:pt x="0" y="0"/>
                  </a:moveTo>
                  <a:lnTo>
                    <a:pt x="11382637" y="0"/>
                  </a:lnTo>
                  <a:lnTo>
                    <a:pt x="11382637" y="1537309"/>
                  </a:lnTo>
                  <a:lnTo>
                    <a:pt x="0" y="1537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858" t="-15040" r="-2110" b="-34707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0086" y="1829532"/>
              <a:ext cx="10403127" cy="307682"/>
            </a:xfrm>
            <a:custGeom>
              <a:avLst/>
              <a:gdLst/>
              <a:ahLst/>
              <a:cxnLst/>
              <a:rect r="r" b="b" t="t" l="l"/>
              <a:pathLst>
                <a:path h="307682" w="10403127">
                  <a:moveTo>
                    <a:pt x="0" y="0"/>
                  </a:moveTo>
                  <a:lnTo>
                    <a:pt x="10403127" y="0"/>
                  </a:lnTo>
                  <a:lnTo>
                    <a:pt x="10403127" y="307682"/>
                  </a:lnTo>
                  <a:lnTo>
                    <a:pt x="0" y="30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52658" r="0" b="-22134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950031" y="452286"/>
              <a:ext cx="1462566" cy="1462566"/>
            </a:xfrm>
            <a:custGeom>
              <a:avLst/>
              <a:gdLst/>
              <a:ahLst/>
              <a:cxnLst/>
              <a:rect r="r" b="b" t="t" l="l"/>
              <a:pathLst>
                <a:path h="1462566" w="1462566">
                  <a:moveTo>
                    <a:pt x="0" y="0"/>
                  </a:moveTo>
                  <a:lnTo>
                    <a:pt x="1462567" y="0"/>
                  </a:lnTo>
                  <a:lnTo>
                    <a:pt x="1462567" y="1462566"/>
                  </a:lnTo>
                  <a:lnTo>
                    <a:pt x="0" y="1462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43084" y="596677"/>
              <a:ext cx="1540537" cy="1540537"/>
            </a:xfrm>
            <a:custGeom>
              <a:avLst/>
              <a:gdLst/>
              <a:ahLst/>
              <a:cxnLst/>
              <a:rect r="r" b="b" t="t" l="l"/>
              <a:pathLst>
                <a:path h="1540537" w="1540537">
                  <a:moveTo>
                    <a:pt x="0" y="0"/>
                  </a:moveTo>
                  <a:lnTo>
                    <a:pt x="1540538" y="0"/>
                  </a:lnTo>
                  <a:lnTo>
                    <a:pt x="1540538" y="1540537"/>
                  </a:lnTo>
                  <a:lnTo>
                    <a:pt x="0" y="1540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10" t="-28500" r="0" b="-2740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904179" y="429892"/>
              <a:ext cx="2762820" cy="1781175"/>
            </a:xfrm>
            <a:custGeom>
              <a:avLst/>
              <a:gdLst/>
              <a:ahLst/>
              <a:cxnLst/>
              <a:rect r="r" b="b" t="t" l="l"/>
              <a:pathLst>
                <a:path h="1781175" w="2762820">
                  <a:moveTo>
                    <a:pt x="0" y="0"/>
                  </a:moveTo>
                  <a:lnTo>
                    <a:pt x="2762820" y="0"/>
                  </a:lnTo>
                  <a:lnTo>
                    <a:pt x="2762820" y="1781175"/>
                  </a:lnTo>
                  <a:lnTo>
                    <a:pt x="0" y="1781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502261" y="2096044"/>
              <a:ext cx="15750461" cy="44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8"/>
                </a:lnSpc>
              </a:pPr>
              <a:r>
                <a:rPr lang="en-US" sz="1927" spc="59">
                  <a:solidFill>
                    <a:srgbClr val="EEF8FD"/>
                  </a:solidFill>
                  <a:latin typeface="Lastica"/>
                  <a:ea typeface="Lastica"/>
                  <a:cs typeface="Lastica"/>
                  <a:sym typeface="Lastica"/>
                </a:rPr>
                <a:t>DEPARTMENT OF COMPUTER SCIENCE AND ENGINEERING &amp; III CELL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DAHDoZF0yOM</dc:identifier>
  <dcterms:modified xsi:type="dcterms:W3CDTF">2011-08-01T06:04:30Z</dcterms:modified>
  <cp:revision>1</cp:revision>
  <dc:title>PPT sankalp</dc:title>
</cp:coreProperties>
</file>