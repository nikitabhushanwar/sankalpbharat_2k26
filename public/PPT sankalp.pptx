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Gotham Bold" charset="1" panose="00000000000000000000"/>
      <p:regular r:id="rId14"/>
    </p:embeddedFont>
    <p:embeddedFont>
      <p:font typeface="Lastica" charset="1" panose="02000500000000000000"/>
      <p:regular r:id="rId15"/>
    </p:embeddedFont>
    <p:embeddedFont>
      <p:font typeface="Poppins Bold" charset="1" panose="00000800000000000000"/>
      <p:regular r:id="rId16"/>
    </p:embeddedFont>
    <p:embeddedFont>
      <p:font typeface="Intro Rust" charset="1" panose="00000500000000000000"/>
      <p:regular r:id="rId17"/>
    </p:embeddedFont>
    <p:embeddedFont>
      <p:font typeface="Poppins" charset="1" panose="000005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9.png" Type="http://schemas.openxmlformats.org/officeDocument/2006/relationships/image"/><Relationship Id="rId6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8.png" Type="http://schemas.openxmlformats.org/officeDocument/2006/relationships/image"/><Relationship Id="rId6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F5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-503435"/>
            <a:ext cx="18288000" cy="11186521"/>
          </a:xfrm>
          <a:custGeom>
            <a:avLst/>
            <a:gdLst/>
            <a:ahLst/>
            <a:cxnLst/>
            <a:rect r="r" b="b" t="t" l="l"/>
            <a:pathLst>
              <a:path h="11186521" w="18288000">
                <a:moveTo>
                  <a:pt x="18288000" y="0"/>
                </a:moveTo>
                <a:lnTo>
                  <a:pt x="0" y="0"/>
                </a:lnTo>
                <a:lnTo>
                  <a:pt x="0" y="11186521"/>
                </a:lnTo>
                <a:lnTo>
                  <a:pt x="18288000" y="11186521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241279" t="0" r="-241279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89823" y="0"/>
            <a:ext cx="18677823" cy="11510738"/>
            <a:chOff x="0" y="0"/>
            <a:chExt cx="24903764" cy="15347650"/>
          </a:xfrm>
        </p:grpSpPr>
        <p:pic>
          <p:nvPicPr>
            <p:cNvPr name="Picture 4" id="4"/>
            <p:cNvPicPr>
              <a:picLocks noChangeAspect="true"/>
            </p:cNvPicPr>
            <p:nvPr/>
          </p:nvPicPr>
          <p:blipFill>
            <a:blip r:embed="rId3">
              <a:alphaModFix amt="55000"/>
            </a:blip>
            <a:srcRect l="0" t="3750" r="0" b="3750"/>
            <a:stretch>
              <a:fillRect/>
            </a:stretch>
          </p:blipFill>
          <p:spPr>
            <a:xfrm flipH="false" flipV="false">
              <a:off x="0" y="0"/>
              <a:ext cx="24903764" cy="15347650"/>
            </a:xfrm>
            <a:prstGeom prst="rect">
              <a:avLst/>
            </a:prstGeom>
          </p:spPr>
        </p:pic>
      </p:grpSp>
      <p:sp>
        <p:nvSpPr>
          <p:cNvPr name="TextBox 5" id="5"/>
          <p:cNvSpPr txBox="true"/>
          <p:nvPr/>
        </p:nvSpPr>
        <p:spPr>
          <a:xfrm rot="0">
            <a:off x="551659" y="2726612"/>
            <a:ext cx="9514163" cy="6000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6"/>
              </a:lnSpc>
            </a:pPr>
          </a:p>
          <a:p>
            <a:pPr algn="just" marL="611710" indent="-305855" lvl="1">
              <a:lnSpc>
                <a:spcPts val="8112"/>
              </a:lnSpc>
              <a:buFont typeface="Arial"/>
              <a:buChar char="•"/>
            </a:pPr>
            <a:r>
              <a:rPr lang="en-US" b="true" sz="3380">
                <a:solidFill>
                  <a:srgbClr val="000000"/>
                </a:solidFill>
                <a:latin typeface="Gotham Bold"/>
                <a:ea typeface="Gotham Bold"/>
                <a:cs typeface="Gotham Bold"/>
                <a:sym typeface="Gotham Bold"/>
              </a:rPr>
              <a:t>Problem Statement ID - </a:t>
            </a:r>
          </a:p>
          <a:p>
            <a:pPr algn="just" marL="611710" indent="-305855" lvl="1">
              <a:lnSpc>
                <a:spcPts val="4732"/>
              </a:lnSpc>
              <a:buFont typeface="Arial"/>
              <a:buChar char="•"/>
            </a:pPr>
            <a:r>
              <a:rPr lang="en-US" b="true" sz="3380" spc="-30">
                <a:solidFill>
                  <a:srgbClr val="000000"/>
                </a:solidFill>
                <a:latin typeface="Gotham Bold"/>
                <a:ea typeface="Gotham Bold"/>
                <a:cs typeface="Gotham Bold"/>
                <a:sym typeface="Gotham Bold"/>
              </a:rPr>
              <a:t>Problem Statement Title - </a:t>
            </a:r>
          </a:p>
          <a:p>
            <a:pPr algn="just" marL="611710" indent="-305855" lvl="1">
              <a:lnSpc>
                <a:spcPts val="8112"/>
              </a:lnSpc>
              <a:buFont typeface="Arial"/>
              <a:buChar char="•"/>
            </a:pPr>
            <a:r>
              <a:rPr lang="en-US" b="true" sz="3380">
                <a:solidFill>
                  <a:srgbClr val="000000"/>
                </a:solidFill>
                <a:latin typeface="Gotham Bold"/>
                <a:ea typeface="Gotham Bold"/>
                <a:cs typeface="Gotham Bold"/>
                <a:sym typeface="Gotham Bold"/>
              </a:rPr>
              <a:t>Theme - </a:t>
            </a:r>
          </a:p>
          <a:p>
            <a:pPr algn="just" marL="611710" indent="-305855" lvl="1">
              <a:lnSpc>
                <a:spcPts val="8112"/>
              </a:lnSpc>
              <a:buFont typeface="Arial"/>
              <a:buChar char="•"/>
            </a:pPr>
            <a:r>
              <a:rPr lang="en-US" b="true" sz="3380">
                <a:solidFill>
                  <a:srgbClr val="000000"/>
                </a:solidFill>
                <a:latin typeface="Gotham Bold"/>
                <a:ea typeface="Gotham Bold"/>
                <a:cs typeface="Gotham Bold"/>
                <a:sym typeface="Gotham Bold"/>
              </a:rPr>
              <a:t>PS Category - </a:t>
            </a:r>
          </a:p>
          <a:p>
            <a:pPr algn="just" marL="611710" indent="-305855" lvl="1">
              <a:lnSpc>
                <a:spcPts val="8112"/>
              </a:lnSpc>
              <a:buFont typeface="Arial"/>
              <a:buChar char="•"/>
            </a:pPr>
            <a:r>
              <a:rPr lang="en-US" b="true" sz="3380">
                <a:solidFill>
                  <a:srgbClr val="000000"/>
                </a:solidFill>
                <a:latin typeface="Gotham Bold"/>
                <a:ea typeface="Gotham Bold"/>
                <a:cs typeface="Gotham Bold"/>
                <a:sym typeface="Gotham Bold"/>
              </a:rPr>
              <a:t>Team ID - </a:t>
            </a:r>
          </a:p>
          <a:p>
            <a:pPr algn="just" marL="611710" indent="-305855" lvl="1">
              <a:lnSpc>
                <a:spcPts val="8112"/>
              </a:lnSpc>
              <a:buFont typeface="Arial"/>
              <a:buChar char="•"/>
            </a:pPr>
            <a:r>
              <a:rPr lang="en-US" b="true" sz="3380">
                <a:solidFill>
                  <a:srgbClr val="000000"/>
                </a:solidFill>
                <a:latin typeface="Gotham Bold"/>
                <a:ea typeface="Gotham Bold"/>
                <a:cs typeface="Gotham Bold"/>
                <a:sym typeface="Gotham Bold"/>
              </a:rPr>
              <a:t>Team Name - 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27719" y="-503435"/>
            <a:ext cx="17632563" cy="2482798"/>
            <a:chOff x="0" y="0"/>
            <a:chExt cx="23510084" cy="331039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510084" cy="3310398"/>
            </a:xfrm>
            <a:custGeom>
              <a:avLst/>
              <a:gdLst/>
              <a:ahLst/>
              <a:cxnLst/>
              <a:rect r="r" b="b" t="t" l="l"/>
              <a:pathLst>
                <a:path h="3310398" w="23510084">
                  <a:moveTo>
                    <a:pt x="0" y="0"/>
                  </a:moveTo>
                  <a:lnTo>
                    <a:pt x="23510084" y="0"/>
                  </a:lnTo>
                  <a:lnTo>
                    <a:pt x="23510084" y="3310398"/>
                  </a:lnTo>
                  <a:lnTo>
                    <a:pt x="0" y="33103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75648" r="-6376" b="-407112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422315" y="790993"/>
              <a:ext cx="11382637" cy="1537309"/>
            </a:xfrm>
            <a:custGeom>
              <a:avLst/>
              <a:gdLst/>
              <a:ahLst/>
              <a:cxnLst/>
              <a:rect r="r" b="b" t="t" l="l"/>
              <a:pathLst>
                <a:path h="1537309" w="11382637">
                  <a:moveTo>
                    <a:pt x="0" y="0"/>
                  </a:moveTo>
                  <a:lnTo>
                    <a:pt x="11382637" y="0"/>
                  </a:lnTo>
                  <a:lnTo>
                    <a:pt x="11382637" y="1537309"/>
                  </a:lnTo>
                  <a:lnTo>
                    <a:pt x="0" y="1537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6858" t="-15040" r="-2110" b="-34707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850086" y="2328302"/>
              <a:ext cx="10403127" cy="307682"/>
            </a:xfrm>
            <a:custGeom>
              <a:avLst/>
              <a:gdLst/>
              <a:ahLst/>
              <a:cxnLst/>
              <a:rect r="r" b="b" t="t" l="l"/>
              <a:pathLst>
                <a:path h="307682" w="10403127">
                  <a:moveTo>
                    <a:pt x="0" y="0"/>
                  </a:moveTo>
                  <a:lnTo>
                    <a:pt x="10403127" y="0"/>
                  </a:lnTo>
                  <a:lnTo>
                    <a:pt x="10403127" y="307682"/>
                  </a:lnTo>
                  <a:lnTo>
                    <a:pt x="0" y="30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452658" r="0" b="-22134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4950031" y="951056"/>
              <a:ext cx="1462566" cy="1462566"/>
            </a:xfrm>
            <a:custGeom>
              <a:avLst/>
              <a:gdLst/>
              <a:ahLst/>
              <a:cxnLst/>
              <a:rect r="r" b="b" t="t" l="l"/>
              <a:pathLst>
                <a:path h="1462566" w="1462566">
                  <a:moveTo>
                    <a:pt x="0" y="0"/>
                  </a:moveTo>
                  <a:lnTo>
                    <a:pt x="1462567" y="0"/>
                  </a:lnTo>
                  <a:lnTo>
                    <a:pt x="1462567" y="1462566"/>
                  </a:lnTo>
                  <a:lnTo>
                    <a:pt x="0" y="14625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843084" y="1095447"/>
              <a:ext cx="1540537" cy="1540537"/>
            </a:xfrm>
            <a:custGeom>
              <a:avLst/>
              <a:gdLst/>
              <a:ahLst/>
              <a:cxnLst/>
              <a:rect r="r" b="b" t="t" l="l"/>
              <a:pathLst>
                <a:path h="1540537" w="1540537">
                  <a:moveTo>
                    <a:pt x="0" y="0"/>
                  </a:moveTo>
                  <a:lnTo>
                    <a:pt x="1540538" y="0"/>
                  </a:lnTo>
                  <a:lnTo>
                    <a:pt x="1540538" y="1540537"/>
                  </a:lnTo>
                  <a:lnTo>
                    <a:pt x="0" y="1540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310" t="-28500" r="0" b="-2740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8904179" y="928662"/>
              <a:ext cx="2762820" cy="1781175"/>
            </a:xfrm>
            <a:custGeom>
              <a:avLst/>
              <a:gdLst/>
              <a:ahLst/>
              <a:cxnLst/>
              <a:rect r="r" b="b" t="t" l="l"/>
              <a:pathLst>
                <a:path h="1781175" w="2762820">
                  <a:moveTo>
                    <a:pt x="0" y="0"/>
                  </a:moveTo>
                  <a:lnTo>
                    <a:pt x="2762820" y="0"/>
                  </a:lnTo>
                  <a:lnTo>
                    <a:pt x="2762820" y="1781175"/>
                  </a:lnTo>
                  <a:lnTo>
                    <a:pt x="0" y="17811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 rot="0">
              <a:off x="3502261" y="2594814"/>
              <a:ext cx="15750461" cy="44588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98"/>
                </a:lnSpc>
              </a:pPr>
              <a:r>
                <a:rPr lang="en-US" sz="1927" spc="59">
                  <a:solidFill>
                    <a:srgbClr val="EEF8FD"/>
                  </a:solidFill>
                  <a:latin typeface="Lastica"/>
                  <a:ea typeface="Lastica"/>
                  <a:cs typeface="Lastica"/>
                  <a:sym typeface="Lastica"/>
                </a:rPr>
                <a:t>DEPARTMENT OF COMPUTER SCIENCE AND ENGINEERING &amp; III CELL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198893" y="3108361"/>
            <a:ext cx="5761389" cy="4757813"/>
            <a:chOff x="0" y="0"/>
            <a:chExt cx="7681852" cy="63437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566254" y="0"/>
              <a:ext cx="6549344" cy="5042537"/>
            </a:xfrm>
            <a:custGeom>
              <a:avLst/>
              <a:gdLst/>
              <a:ahLst/>
              <a:cxnLst/>
              <a:rect r="r" b="b" t="t" l="l"/>
              <a:pathLst>
                <a:path h="5042537" w="6549344">
                  <a:moveTo>
                    <a:pt x="0" y="0"/>
                  </a:moveTo>
                  <a:lnTo>
                    <a:pt x="6549344" y="0"/>
                  </a:lnTo>
                  <a:lnTo>
                    <a:pt x="6549344" y="5042537"/>
                  </a:lnTo>
                  <a:lnTo>
                    <a:pt x="0" y="5042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089" t="-31562" r="-2613" b="-82297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5432684"/>
              <a:ext cx="7681852" cy="911067"/>
            </a:xfrm>
            <a:custGeom>
              <a:avLst/>
              <a:gdLst/>
              <a:ahLst/>
              <a:cxnLst/>
              <a:rect r="r" b="b" t="t" l="l"/>
              <a:pathLst>
                <a:path h="911067" w="7681852">
                  <a:moveTo>
                    <a:pt x="0" y="0"/>
                  </a:moveTo>
                  <a:lnTo>
                    <a:pt x="7681852" y="0"/>
                  </a:lnTo>
                  <a:lnTo>
                    <a:pt x="7681852" y="911066"/>
                  </a:lnTo>
                  <a:lnTo>
                    <a:pt x="0" y="911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499" t="-819749" r="0" b="-377429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F5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746" y="1572245"/>
            <a:ext cx="17128507" cy="8308731"/>
            <a:chOff x="0" y="0"/>
            <a:chExt cx="842733" cy="4087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2733" cy="408795"/>
            </a:xfrm>
            <a:custGeom>
              <a:avLst/>
              <a:gdLst/>
              <a:ahLst/>
              <a:cxnLst/>
              <a:rect r="r" b="b" t="t" l="l"/>
              <a:pathLst>
                <a:path h="408795" w="842733">
                  <a:moveTo>
                    <a:pt x="20834" y="0"/>
                  </a:moveTo>
                  <a:lnTo>
                    <a:pt x="821899" y="0"/>
                  </a:lnTo>
                  <a:cubicBezTo>
                    <a:pt x="833405" y="0"/>
                    <a:pt x="842733" y="9328"/>
                    <a:pt x="842733" y="20834"/>
                  </a:cubicBezTo>
                  <a:lnTo>
                    <a:pt x="842733" y="387961"/>
                  </a:lnTo>
                  <a:cubicBezTo>
                    <a:pt x="842733" y="393486"/>
                    <a:pt x="840538" y="398785"/>
                    <a:pt x="836631" y="402692"/>
                  </a:cubicBezTo>
                  <a:cubicBezTo>
                    <a:pt x="832724" y="406600"/>
                    <a:pt x="827424" y="408795"/>
                    <a:pt x="821899" y="408795"/>
                  </a:cubicBezTo>
                  <a:lnTo>
                    <a:pt x="20834" y="408795"/>
                  </a:lnTo>
                  <a:cubicBezTo>
                    <a:pt x="9328" y="408795"/>
                    <a:pt x="0" y="399467"/>
                    <a:pt x="0" y="387961"/>
                  </a:cubicBezTo>
                  <a:lnTo>
                    <a:pt x="0" y="20834"/>
                  </a:lnTo>
                  <a:cubicBezTo>
                    <a:pt x="0" y="9328"/>
                    <a:pt x="9328" y="0"/>
                    <a:pt x="2083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842733" cy="4754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8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005717" y="3254154"/>
            <a:ext cx="4276565" cy="3778691"/>
            <a:chOff x="0" y="0"/>
            <a:chExt cx="5702087" cy="503825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20319" y="0"/>
              <a:ext cx="4861448" cy="4004822"/>
            </a:xfrm>
            <a:custGeom>
              <a:avLst/>
              <a:gdLst/>
              <a:ahLst/>
              <a:cxnLst/>
              <a:rect r="r" b="b" t="t" l="l"/>
              <a:pathLst>
                <a:path h="4004822" w="4861448">
                  <a:moveTo>
                    <a:pt x="0" y="0"/>
                  </a:moveTo>
                  <a:lnTo>
                    <a:pt x="4861449" y="0"/>
                  </a:lnTo>
                  <a:lnTo>
                    <a:pt x="4861449" y="4004822"/>
                  </a:lnTo>
                  <a:lnTo>
                    <a:pt x="0" y="4004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7000"/>
              </a:blip>
              <a:stretch>
                <a:fillRect l="-11082" t="-31562" r="-6294" b="-82297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4314679"/>
              <a:ext cx="5702087" cy="723576"/>
            </a:xfrm>
            <a:custGeom>
              <a:avLst/>
              <a:gdLst/>
              <a:ahLst/>
              <a:cxnLst/>
              <a:rect r="r" b="b" t="t" l="l"/>
              <a:pathLst>
                <a:path h="723576" w="5702087">
                  <a:moveTo>
                    <a:pt x="0" y="0"/>
                  </a:moveTo>
                  <a:lnTo>
                    <a:pt x="5702087" y="0"/>
                  </a:lnTo>
                  <a:lnTo>
                    <a:pt x="5702087" y="723576"/>
                  </a:lnTo>
                  <a:lnTo>
                    <a:pt x="0" y="723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7000"/>
              </a:blip>
              <a:stretch>
                <a:fillRect l="-2499" t="-762883" r="0" b="-349482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6686012" y="287186"/>
            <a:ext cx="1062335" cy="1076626"/>
          </a:xfrm>
          <a:custGeom>
            <a:avLst/>
            <a:gdLst/>
            <a:ahLst/>
            <a:cxnLst/>
            <a:rect r="r" b="b" t="t" l="l"/>
            <a:pathLst>
              <a:path h="1076626" w="1062335">
                <a:moveTo>
                  <a:pt x="0" y="0"/>
                </a:moveTo>
                <a:lnTo>
                  <a:pt x="1062334" y="0"/>
                </a:lnTo>
                <a:lnTo>
                  <a:pt x="1062334" y="1076627"/>
                </a:lnTo>
                <a:lnTo>
                  <a:pt x="0" y="107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486373" y="213427"/>
            <a:ext cx="15806860" cy="1285059"/>
            <a:chOff x="0" y="0"/>
            <a:chExt cx="21075813" cy="17134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98345"/>
              <a:ext cx="6051549" cy="1542121"/>
            </a:xfrm>
            <a:custGeom>
              <a:avLst/>
              <a:gdLst/>
              <a:ahLst/>
              <a:cxnLst/>
              <a:rect r="r" b="b" t="t" l="l"/>
              <a:pathLst>
                <a:path h="1542121" w="6051549">
                  <a:moveTo>
                    <a:pt x="0" y="0"/>
                  </a:moveTo>
                  <a:lnTo>
                    <a:pt x="6051549" y="0"/>
                  </a:lnTo>
                  <a:lnTo>
                    <a:pt x="6051549" y="1542121"/>
                  </a:lnTo>
                  <a:lnTo>
                    <a:pt x="0" y="15421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392627" y="342178"/>
              <a:ext cx="2003298" cy="9526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2057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TEAM NAME</a:t>
              </a:r>
            </a:p>
          </p:txBody>
        </p:sp>
        <p:grpSp>
          <p:nvGrpSpPr>
            <p:cNvPr name="Group 12" id="12"/>
            <p:cNvGrpSpPr/>
            <p:nvPr/>
          </p:nvGrpSpPr>
          <p:grpSpPr>
            <a:xfrm rot="0">
              <a:off x="6415652" y="0"/>
              <a:ext cx="14660161" cy="1713411"/>
              <a:chOff x="0" y="0"/>
              <a:chExt cx="540967" cy="6322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40967" cy="63226"/>
              </a:xfrm>
              <a:custGeom>
                <a:avLst/>
                <a:gdLst/>
                <a:ahLst/>
                <a:cxnLst/>
                <a:rect r="r" b="b" t="t" l="l"/>
                <a:pathLst>
                  <a:path h="63226" w="540967">
                    <a:moveTo>
                      <a:pt x="11552" y="0"/>
                    </a:moveTo>
                    <a:lnTo>
                      <a:pt x="529415" y="0"/>
                    </a:lnTo>
                    <a:cubicBezTo>
                      <a:pt x="532478" y="0"/>
                      <a:pt x="535417" y="1217"/>
                      <a:pt x="537583" y="3384"/>
                    </a:cubicBezTo>
                    <a:cubicBezTo>
                      <a:pt x="539750" y="5550"/>
                      <a:pt x="540967" y="8488"/>
                      <a:pt x="540967" y="11552"/>
                    </a:cubicBezTo>
                    <a:lnTo>
                      <a:pt x="540967" y="51674"/>
                    </a:lnTo>
                    <a:cubicBezTo>
                      <a:pt x="540967" y="58054"/>
                      <a:pt x="535795" y="63226"/>
                      <a:pt x="529415" y="63226"/>
                    </a:cubicBezTo>
                    <a:lnTo>
                      <a:pt x="11552" y="63226"/>
                    </a:lnTo>
                    <a:cubicBezTo>
                      <a:pt x="8488" y="63226"/>
                      <a:pt x="5550" y="62009"/>
                      <a:pt x="3384" y="59842"/>
                    </a:cubicBezTo>
                    <a:cubicBezTo>
                      <a:pt x="1217" y="57676"/>
                      <a:pt x="0" y="54737"/>
                      <a:pt x="0" y="51674"/>
                    </a:cubicBezTo>
                    <a:lnTo>
                      <a:pt x="0" y="11552"/>
                    </a:lnTo>
                    <a:cubicBezTo>
                      <a:pt x="0" y="5172"/>
                      <a:pt x="5172" y="0"/>
                      <a:pt x="11552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66675"/>
                <a:ext cx="540967" cy="12990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98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9268836" y="255116"/>
              <a:ext cx="8871083" cy="1372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41"/>
                </a:lnSpc>
              </a:pPr>
              <a:r>
                <a:rPr lang="en-US" sz="35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Problem Understanding &amp;</a:t>
              </a:r>
            </a:p>
            <a:p>
              <a:pPr algn="ctr">
                <a:lnSpc>
                  <a:spcPts val="4041"/>
                </a:lnSpc>
              </a:pPr>
              <a:r>
                <a:rPr lang="en-US" sz="35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 Domain Relevance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80843" y="2220376"/>
            <a:ext cx="13496032" cy="1334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Is the problem clearly </a:t>
            </a: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defined?</a:t>
            </a:r>
          </a:p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Does it match the given domain/problem statement?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F5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746" y="1572245"/>
            <a:ext cx="17128507" cy="8308731"/>
            <a:chOff x="0" y="0"/>
            <a:chExt cx="842733" cy="4087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2733" cy="408795"/>
            </a:xfrm>
            <a:custGeom>
              <a:avLst/>
              <a:gdLst/>
              <a:ahLst/>
              <a:cxnLst/>
              <a:rect r="r" b="b" t="t" l="l"/>
              <a:pathLst>
                <a:path h="408795" w="842733">
                  <a:moveTo>
                    <a:pt x="20834" y="0"/>
                  </a:moveTo>
                  <a:lnTo>
                    <a:pt x="821899" y="0"/>
                  </a:lnTo>
                  <a:cubicBezTo>
                    <a:pt x="833405" y="0"/>
                    <a:pt x="842733" y="9328"/>
                    <a:pt x="842733" y="20834"/>
                  </a:cubicBezTo>
                  <a:lnTo>
                    <a:pt x="842733" y="387961"/>
                  </a:lnTo>
                  <a:cubicBezTo>
                    <a:pt x="842733" y="393486"/>
                    <a:pt x="840538" y="398785"/>
                    <a:pt x="836631" y="402692"/>
                  </a:cubicBezTo>
                  <a:cubicBezTo>
                    <a:pt x="832724" y="406600"/>
                    <a:pt x="827424" y="408795"/>
                    <a:pt x="821899" y="408795"/>
                  </a:cubicBezTo>
                  <a:lnTo>
                    <a:pt x="20834" y="408795"/>
                  </a:lnTo>
                  <a:cubicBezTo>
                    <a:pt x="9328" y="408795"/>
                    <a:pt x="0" y="399467"/>
                    <a:pt x="0" y="387961"/>
                  </a:cubicBezTo>
                  <a:lnTo>
                    <a:pt x="0" y="20834"/>
                  </a:lnTo>
                  <a:cubicBezTo>
                    <a:pt x="0" y="9328"/>
                    <a:pt x="9328" y="0"/>
                    <a:pt x="2083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842733" cy="4754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8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005717" y="3254154"/>
            <a:ext cx="4276565" cy="3778691"/>
            <a:chOff x="0" y="0"/>
            <a:chExt cx="5702087" cy="503825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20319" y="0"/>
              <a:ext cx="4861448" cy="4004822"/>
            </a:xfrm>
            <a:custGeom>
              <a:avLst/>
              <a:gdLst/>
              <a:ahLst/>
              <a:cxnLst/>
              <a:rect r="r" b="b" t="t" l="l"/>
              <a:pathLst>
                <a:path h="4004822" w="4861448">
                  <a:moveTo>
                    <a:pt x="0" y="0"/>
                  </a:moveTo>
                  <a:lnTo>
                    <a:pt x="4861449" y="0"/>
                  </a:lnTo>
                  <a:lnTo>
                    <a:pt x="4861449" y="4004822"/>
                  </a:lnTo>
                  <a:lnTo>
                    <a:pt x="0" y="4004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7000"/>
              </a:blip>
              <a:stretch>
                <a:fillRect l="-11082" t="-31562" r="-6294" b="-82297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4314679"/>
              <a:ext cx="5702087" cy="723576"/>
            </a:xfrm>
            <a:custGeom>
              <a:avLst/>
              <a:gdLst/>
              <a:ahLst/>
              <a:cxnLst/>
              <a:rect r="r" b="b" t="t" l="l"/>
              <a:pathLst>
                <a:path h="723576" w="5702087">
                  <a:moveTo>
                    <a:pt x="0" y="0"/>
                  </a:moveTo>
                  <a:lnTo>
                    <a:pt x="5702087" y="0"/>
                  </a:lnTo>
                  <a:lnTo>
                    <a:pt x="5702087" y="723576"/>
                  </a:lnTo>
                  <a:lnTo>
                    <a:pt x="0" y="723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7000"/>
              </a:blip>
              <a:stretch>
                <a:fillRect l="-2499" t="-762883" r="0" b="-349482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6686012" y="287186"/>
            <a:ext cx="1062335" cy="1076626"/>
          </a:xfrm>
          <a:custGeom>
            <a:avLst/>
            <a:gdLst/>
            <a:ahLst/>
            <a:cxnLst/>
            <a:rect r="r" b="b" t="t" l="l"/>
            <a:pathLst>
              <a:path h="1076626" w="1062335">
                <a:moveTo>
                  <a:pt x="0" y="0"/>
                </a:moveTo>
                <a:lnTo>
                  <a:pt x="1062334" y="0"/>
                </a:lnTo>
                <a:lnTo>
                  <a:pt x="1062334" y="1076627"/>
                </a:lnTo>
                <a:lnTo>
                  <a:pt x="0" y="107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486373" y="213427"/>
            <a:ext cx="15806860" cy="1630974"/>
            <a:chOff x="0" y="0"/>
            <a:chExt cx="21075813" cy="217463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98345"/>
              <a:ext cx="6051549" cy="1542121"/>
            </a:xfrm>
            <a:custGeom>
              <a:avLst/>
              <a:gdLst/>
              <a:ahLst/>
              <a:cxnLst/>
              <a:rect r="r" b="b" t="t" l="l"/>
              <a:pathLst>
                <a:path h="1542121" w="6051549">
                  <a:moveTo>
                    <a:pt x="0" y="0"/>
                  </a:moveTo>
                  <a:lnTo>
                    <a:pt x="6051549" y="0"/>
                  </a:lnTo>
                  <a:lnTo>
                    <a:pt x="6051549" y="1542121"/>
                  </a:lnTo>
                  <a:lnTo>
                    <a:pt x="0" y="15421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392627" y="342178"/>
              <a:ext cx="2003298" cy="9526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2057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TEAM NAME</a:t>
              </a:r>
            </a:p>
          </p:txBody>
        </p:sp>
        <p:grpSp>
          <p:nvGrpSpPr>
            <p:cNvPr name="Group 12" id="12"/>
            <p:cNvGrpSpPr/>
            <p:nvPr/>
          </p:nvGrpSpPr>
          <p:grpSpPr>
            <a:xfrm rot="0">
              <a:off x="6415652" y="0"/>
              <a:ext cx="14660161" cy="1713411"/>
              <a:chOff x="0" y="0"/>
              <a:chExt cx="540967" cy="6322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40967" cy="63226"/>
              </a:xfrm>
              <a:custGeom>
                <a:avLst/>
                <a:gdLst/>
                <a:ahLst/>
                <a:cxnLst/>
                <a:rect r="r" b="b" t="t" l="l"/>
                <a:pathLst>
                  <a:path h="63226" w="540967">
                    <a:moveTo>
                      <a:pt x="11552" y="0"/>
                    </a:moveTo>
                    <a:lnTo>
                      <a:pt x="529415" y="0"/>
                    </a:lnTo>
                    <a:cubicBezTo>
                      <a:pt x="532478" y="0"/>
                      <a:pt x="535417" y="1217"/>
                      <a:pt x="537583" y="3384"/>
                    </a:cubicBezTo>
                    <a:cubicBezTo>
                      <a:pt x="539750" y="5550"/>
                      <a:pt x="540967" y="8488"/>
                      <a:pt x="540967" y="11552"/>
                    </a:cubicBezTo>
                    <a:lnTo>
                      <a:pt x="540967" y="51674"/>
                    </a:lnTo>
                    <a:cubicBezTo>
                      <a:pt x="540967" y="58054"/>
                      <a:pt x="535795" y="63226"/>
                      <a:pt x="529415" y="63226"/>
                    </a:cubicBezTo>
                    <a:lnTo>
                      <a:pt x="11552" y="63226"/>
                    </a:lnTo>
                    <a:cubicBezTo>
                      <a:pt x="8488" y="63226"/>
                      <a:pt x="5550" y="62009"/>
                      <a:pt x="3384" y="59842"/>
                    </a:cubicBezTo>
                    <a:cubicBezTo>
                      <a:pt x="1217" y="57676"/>
                      <a:pt x="0" y="54737"/>
                      <a:pt x="0" y="51674"/>
                    </a:cubicBezTo>
                    <a:lnTo>
                      <a:pt x="0" y="11552"/>
                    </a:lnTo>
                    <a:cubicBezTo>
                      <a:pt x="0" y="5172"/>
                      <a:pt x="5172" y="0"/>
                      <a:pt x="11552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66675"/>
                <a:ext cx="540967" cy="12990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98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6542652" y="434078"/>
              <a:ext cx="13881704" cy="17405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725"/>
                </a:lnSpc>
              </a:pPr>
              <a:r>
                <a:rPr lang="en-US" sz="41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Innovation &amp; Creativity</a:t>
              </a:r>
            </a:p>
            <a:p>
              <a:pPr algn="ctr">
                <a:lnSpc>
                  <a:spcPts val="541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80843" y="2220376"/>
            <a:ext cx="17507157" cy="1334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Is the idea u</a:t>
            </a: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nique or does it bring a new approach to an existing problem?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F5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746" y="1572245"/>
            <a:ext cx="17128507" cy="8308731"/>
            <a:chOff x="0" y="0"/>
            <a:chExt cx="842733" cy="4087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2733" cy="408795"/>
            </a:xfrm>
            <a:custGeom>
              <a:avLst/>
              <a:gdLst/>
              <a:ahLst/>
              <a:cxnLst/>
              <a:rect r="r" b="b" t="t" l="l"/>
              <a:pathLst>
                <a:path h="408795" w="842733">
                  <a:moveTo>
                    <a:pt x="20834" y="0"/>
                  </a:moveTo>
                  <a:lnTo>
                    <a:pt x="821899" y="0"/>
                  </a:lnTo>
                  <a:cubicBezTo>
                    <a:pt x="833405" y="0"/>
                    <a:pt x="842733" y="9328"/>
                    <a:pt x="842733" y="20834"/>
                  </a:cubicBezTo>
                  <a:lnTo>
                    <a:pt x="842733" y="387961"/>
                  </a:lnTo>
                  <a:cubicBezTo>
                    <a:pt x="842733" y="393486"/>
                    <a:pt x="840538" y="398785"/>
                    <a:pt x="836631" y="402692"/>
                  </a:cubicBezTo>
                  <a:cubicBezTo>
                    <a:pt x="832724" y="406600"/>
                    <a:pt x="827424" y="408795"/>
                    <a:pt x="821899" y="408795"/>
                  </a:cubicBezTo>
                  <a:lnTo>
                    <a:pt x="20834" y="408795"/>
                  </a:lnTo>
                  <a:cubicBezTo>
                    <a:pt x="9328" y="408795"/>
                    <a:pt x="0" y="399467"/>
                    <a:pt x="0" y="387961"/>
                  </a:cubicBezTo>
                  <a:lnTo>
                    <a:pt x="0" y="20834"/>
                  </a:lnTo>
                  <a:cubicBezTo>
                    <a:pt x="0" y="9328"/>
                    <a:pt x="9328" y="0"/>
                    <a:pt x="2083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842733" cy="4754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8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005717" y="3254154"/>
            <a:ext cx="4276565" cy="3778691"/>
            <a:chOff x="0" y="0"/>
            <a:chExt cx="5702087" cy="503825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20319" y="0"/>
              <a:ext cx="4861448" cy="4004822"/>
            </a:xfrm>
            <a:custGeom>
              <a:avLst/>
              <a:gdLst/>
              <a:ahLst/>
              <a:cxnLst/>
              <a:rect r="r" b="b" t="t" l="l"/>
              <a:pathLst>
                <a:path h="4004822" w="4861448">
                  <a:moveTo>
                    <a:pt x="0" y="0"/>
                  </a:moveTo>
                  <a:lnTo>
                    <a:pt x="4861449" y="0"/>
                  </a:lnTo>
                  <a:lnTo>
                    <a:pt x="4861449" y="4004822"/>
                  </a:lnTo>
                  <a:lnTo>
                    <a:pt x="0" y="4004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7000"/>
              </a:blip>
              <a:stretch>
                <a:fillRect l="-11082" t="-31562" r="-6294" b="-82297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4314679"/>
              <a:ext cx="5702087" cy="723576"/>
            </a:xfrm>
            <a:custGeom>
              <a:avLst/>
              <a:gdLst/>
              <a:ahLst/>
              <a:cxnLst/>
              <a:rect r="r" b="b" t="t" l="l"/>
              <a:pathLst>
                <a:path h="723576" w="5702087">
                  <a:moveTo>
                    <a:pt x="0" y="0"/>
                  </a:moveTo>
                  <a:lnTo>
                    <a:pt x="5702087" y="0"/>
                  </a:lnTo>
                  <a:lnTo>
                    <a:pt x="5702087" y="723576"/>
                  </a:lnTo>
                  <a:lnTo>
                    <a:pt x="0" y="723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7000"/>
              </a:blip>
              <a:stretch>
                <a:fillRect l="-2499" t="-762883" r="0" b="-349482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6686012" y="287186"/>
            <a:ext cx="1062335" cy="1076626"/>
          </a:xfrm>
          <a:custGeom>
            <a:avLst/>
            <a:gdLst/>
            <a:ahLst/>
            <a:cxnLst/>
            <a:rect r="r" b="b" t="t" l="l"/>
            <a:pathLst>
              <a:path h="1076626" w="1062335">
                <a:moveTo>
                  <a:pt x="0" y="0"/>
                </a:moveTo>
                <a:lnTo>
                  <a:pt x="1062334" y="0"/>
                </a:lnTo>
                <a:lnTo>
                  <a:pt x="1062334" y="1076627"/>
                </a:lnTo>
                <a:lnTo>
                  <a:pt x="0" y="107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486373" y="213427"/>
            <a:ext cx="15806860" cy="1285059"/>
            <a:chOff x="0" y="0"/>
            <a:chExt cx="21075813" cy="17134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98345"/>
              <a:ext cx="6051549" cy="1542121"/>
            </a:xfrm>
            <a:custGeom>
              <a:avLst/>
              <a:gdLst/>
              <a:ahLst/>
              <a:cxnLst/>
              <a:rect r="r" b="b" t="t" l="l"/>
              <a:pathLst>
                <a:path h="1542121" w="6051549">
                  <a:moveTo>
                    <a:pt x="0" y="0"/>
                  </a:moveTo>
                  <a:lnTo>
                    <a:pt x="6051549" y="0"/>
                  </a:lnTo>
                  <a:lnTo>
                    <a:pt x="6051549" y="1542121"/>
                  </a:lnTo>
                  <a:lnTo>
                    <a:pt x="0" y="15421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392627" y="342178"/>
              <a:ext cx="2003298" cy="9526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2057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TEAM NAME</a:t>
              </a:r>
            </a:p>
          </p:txBody>
        </p:sp>
        <p:grpSp>
          <p:nvGrpSpPr>
            <p:cNvPr name="Group 12" id="12"/>
            <p:cNvGrpSpPr/>
            <p:nvPr/>
          </p:nvGrpSpPr>
          <p:grpSpPr>
            <a:xfrm rot="0">
              <a:off x="6415652" y="0"/>
              <a:ext cx="14660161" cy="1713411"/>
              <a:chOff x="0" y="0"/>
              <a:chExt cx="540967" cy="6322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40967" cy="63226"/>
              </a:xfrm>
              <a:custGeom>
                <a:avLst/>
                <a:gdLst/>
                <a:ahLst/>
                <a:cxnLst/>
                <a:rect r="r" b="b" t="t" l="l"/>
                <a:pathLst>
                  <a:path h="63226" w="540967">
                    <a:moveTo>
                      <a:pt x="11552" y="0"/>
                    </a:moveTo>
                    <a:lnTo>
                      <a:pt x="529415" y="0"/>
                    </a:lnTo>
                    <a:cubicBezTo>
                      <a:pt x="532478" y="0"/>
                      <a:pt x="535417" y="1217"/>
                      <a:pt x="537583" y="3384"/>
                    </a:cubicBezTo>
                    <a:cubicBezTo>
                      <a:pt x="539750" y="5550"/>
                      <a:pt x="540967" y="8488"/>
                      <a:pt x="540967" y="11552"/>
                    </a:cubicBezTo>
                    <a:lnTo>
                      <a:pt x="540967" y="51674"/>
                    </a:lnTo>
                    <a:cubicBezTo>
                      <a:pt x="540967" y="58054"/>
                      <a:pt x="535795" y="63226"/>
                      <a:pt x="529415" y="63226"/>
                    </a:cubicBezTo>
                    <a:lnTo>
                      <a:pt x="11552" y="63226"/>
                    </a:lnTo>
                    <a:cubicBezTo>
                      <a:pt x="8488" y="63226"/>
                      <a:pt x="5550" y="62009"/>
                      <a:pt x="3384" y="59842"/>
                    </a:cubicBezTo>
                    <a:cubicBezTo>
                      <a:pt x="1217" y="57676"/>
                      <a:pt x="0" y="54737"/>
                      <a:pt x="0" y="51674"/>
                    </a:cubicBezTo>
                    <a:lnTo>
                      <a:pt x="0" y="11552"/>
                    </a:lnTo>
                    <a:cubicBezTo>
                      <a:pt x="0" y="5172"/>
                      <a:pt x="5172" y="0"/>
                      <a:pt x="11552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66675"/>
                <a:ext cx="540967" cy="12990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98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8739424" y="358053"/>
              <a:ext cx="10370445" cy="129442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13"/>
                </a:lnSpc>
              </a:pPr>
              <a:r>
                <a:rPr lang="en-US" sz="33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Solution Architecture &amp;</a:t>
              </a:r>
            </a:p>
            <a:p>
              <a:pPr algn="ctr">
                <a:lnSpc>
                  <a:spcPts val="3813"/>
                </a:lnSpc>
              </a:pPr>
              <a:r>
                <a:rPr lang="en-US" sz="33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 Logical Flow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80843" y="2220376"/>
            <a:ext cx="17507157" cy="1991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How the system works,</a:t>
            </a: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workflow diagram, interaction between components (AI/IoT/Blockchain etc.).</a:t>
            </a:r>
          </a:p>
          <a:p>
            <a:pPr algn="l">
              <a:lnSpc>
                <a:spcPts val="5180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F5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746" y="1572245"/>
            <a:ext cx="17128507" cy="8308731"/>
            <a:chOff x="0" y="0"/>
            <a:chExt cx="842733" cy="4087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2733" cy="408795"/>
            </a:xfrm>
            <a:custGeom>
              <a:avLst/>
              <a:gdLst/>
              <a:ahLst/>
              <a:cxnLst/>
              <a:rect r="r" b="b" t="t" l="l"/>
              <a:pathLst>
                <a:path h="408795" w="842733">
                  <a:moveTo>
                    <a:pt x="20834" y="0"/>
                  </a:moveTo>
                  <a:lnTo>
                    <a:pt x="821899" y="0"/>
                  </a:lnTo>
                  <a:cubicBezTo>
                    <a:pt x="833405" y="0"/>
                    <a:pt x="842733" y="9328"/>
                    <a:pt x="842733" y="20834"/>
                  </a:cubicBezTo>
                  <a:lnTo>
                    <a:pt x="842733" y="387961"/>
                  </a:lnTo>
                  <a:cubicBezTo>
                    <a:pt x="842733" y="393486"/>
                    <a:pt x="840538" y="398785"/>
                    <a:pt x="836631" y="402692"/>
                  </a:cubicBezTo>
                  <a:cubicBezTo>
                    <a:pt x="832724" y="406600"/>
                    <a:pt x="827424" y="408795"/>
                    <a:pt x="821899" y="408795"/>
                  </a:cubicBezTo>
                  <a:lnTo>
                    <a:pt x="20834" y="408795"/>
                  </a:lnTo>
                  <a:cubicBezTo>
                    <a:pt x="9328" y="408795"/>
                    <a:pt x="0" y="399467"/>
                    <a:pt x="0" y="387961"/>
                  </a:cubicBezTo>
                  <a:lnTo>
                    <a:pt x="0" y="20834"/>
                  </a:lnTo>
                  <a:cubicBezTo>
                    <a:pt x="0" y="9328"/>
                    <a:pt x="9328" y="0"/>
                    <a:pt x="2083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842733" cy="4754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8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005717" y="3254154"/>
            <a:ext cx="4276565" cy="3778691"/>
            <a:chOff x="0" y="0"/>
            <a:chExt cx="5702087" cy="503825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20319" y="0"/>
              <a:ext cx="4861448" cy="4004822"/>
            </a:xfrm>
            <a:custGeom>
              <a:avLst/>
              <a:gdLst/>
              <a:ahLst/>
              <a:cxnLst/>
              <a:rect r="r" b="b" t="t" l="l"/>
              <a:pathLst>
                <a:path h="4004822" w="4861448">
                  <a:moveTo>
                    <a:pt x="0" y="0"/>
                  </a:moveTo>
                  <a:lnTo>
                    <a:pt x="4861449" y="0"/>
                  </a:lnTo>
                  <a:lnTo>
                    <a:pt x="4861449" y="4004822"/>
                  </a:lnTo>
                  <a:lnTo>
                    <a:pt x="0" y="4004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7000"/>
              </a:blip>
              <a:stretch>
                <a:fillRect l="-11082" t="-31562" r="-6294" b="-82297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4314679"/>
              <a:ext cx="5702087" cy="723576"/>
            </a:xfrm>
            <a:custGeom>
              <a:avLst/>
              <a:gdLst/>
              <a:ahLst/>
              <a:cxnLst/>
              <a:rect r="r" b="b" t="t" l="l"/>
              <a:pathLst>
                <a:path h="723576" w="5702087">
                  <a:moveTo>
                    <a:pt x="0" y="0"/>
                  </a:moveTo>
                  <a:lnTo>
                    <a:pt x="5702087" y="0"/>
                  </a:lnTo>
                  <a:lnTo>
                    <a:pt x="5702087" y="723576"/>
                  </a:lnTo>
                  <a:lnTo>
                    <a:pt x="0" y="723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7000"/>
              </a:blip>
              <a:stretch>
                <a:fillRect l="-2499" t="-762883" r="0" b="-349482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6686012" y="287186"/>
            <a:ext cx="1062335" cy="1076626"/>
          </a:xfrm>
          <a:custGeom>
            <a:avLst/>
            <a:gdLst/>
            <a:ahLst/>
            <a:cxnLst/>
            <a:rect r="r" b="b" t="t" l="l"/>
            <a:pathLst>
              <a:path h="1076626" w="1062335">
                <a:moveTo>
                  <a:pt x="0" y="0"/>
                </a:moveTo>
                <a:lnTo>
                  <a:pt x="1062334" y="0"/>
                </a:lnTo>
                <a:lnTo>
                  <a:pt x="1062334" y="1076627"/>
                </a:lnTo>
                <a:lnTo>
                  <a:pt x="0" y="107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486373" y="213427"/>
            <a:ext cx="15806860" cy="1285059"/>
            <a:chOff x="0" y="0"/>
            <a:chExt cx="21075813" cy="17134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98345"/>
              <a:ext cx="6051549" cy="1542121"/>
            </a:xfrm>
            <a:custGeom>
              <a:avLst/>
              <a:gdLst/>
              <a:ahLst/>
              <a:cxnLst/>
              <a:rect r="r" b="b" t="t" l="l"/>
              <a:pathLst>
                <a:path h="1542121" w="6051549">
                  <a:moveTo>
                    <a:pt x="0" y="0"/>
                  </a:moveTo>
                  <a:lnTo>
                    <a:pt x="6051549" y="0"/>
                  </a:lnTo>
                  <a:lnTo>
                    <a:pt x="6051549" y="1542121"/>
                  </a:lnTo>
                  <a:lnTo>
                    <a:pt x="0" y="15421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392627" y="342178"/>
              <a:ext cx="2003298" cy="9526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2057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TEAM NAME</a:t>
              </a:r>
            </a:p>
          </p:txBody>
        </p:sp>
        <p:grpSp>
          <p:nvGrpSpPr>
            <p:cNvPr name="Group 12" id="12"/>
            <p:cNvGrpSpPr/>
            <p:nvPr/>
          </p:nvGrpSpPr>
          <p:grpSpPr>
            <a:xfrm rot="0">
              <a:off x="6415652" y="0"/>
              <a:ext cx="14660161" cy="1713411"/>
              <a:chOff x="0" y="0"/>
              <a:chExt cx="540967" cy="6322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40967" cy="63226"/>
              </a:xfrm>
              <a:custGeom>
                <a:avLst/>
                <a:gdLst/>
                <a:ahLst/>
                <a:cxnLst/>
                <a:rect r="r" b="b" t="t" l="l"/>
                <a:pathLst>
                  <a:path h="63226" w="540967">
                    <a:moveTo>
                      <a:pt x="11552" y="0"/>
                    </a:moveTo>
                    <a:lnTo>
                      <a:pt x="529415" y="0"/>
                    </a:lnTo>
                    <a:cubicBezTo>
                      <a:pt x="532478" y="0"/>
                      <a:pt x="535417" y="1217"/>
                      <a:pt x="537583" y="3384"/>
                    </a:cubicBezTo>
                    <a:cubicBezTo>
                      <a:pt x="539750" y="5550"/>
                      <a:pt x="540967" y="8488"/>
                      <a:pt x="540967" y="11552"/>
                    </a:cubicBezTo>
                    <a:lnTo>
                      <a:pt x="540967" y="51674"/>
                    </a:lnTo>
                    <a:cubicBezTo>
                      <a:pt x="540967" y="58054"/>
                      <a:pt x="535795" y="63226"/>
                      <a:pt x="529415" y="63226"/>
                    </a:cubicBezTo>
                    <a:lnTo>
                      <a:pt x="11552" y="63226"/>
                    </a:lnTo>
                    <a:cubicBezTo>
                      <a:pt x="8488" y="63226"/>
                      <a:pt x="5550" y="62009"/>
                      <a:pt x="3384" y="59842"/>
                    </a:cubicBezTo>
                    <a:cubicBezTo>
                      <a:pt x="1217" y="57676"/>
                      <a:pt x="0" y="54737"/>
                      <a:pt x="0" y="51674"/>
                    </a:cubicBezTo>
                    <a:lnTo>
                      <a:pt x="0" y="11552"/>
                    </a:lnTo>
                    <a:cubicBezTo>
                      <a:pt x="0" y="5172"/>
                      <a:pt x="5172" y="0"/>
                      <a:pt x="11552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66675"/>
                <a:ext cx="540967" cy="12990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98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6876342" y="443638"/>
              <a:ext cx="13656072" cy="7966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612"/>
                </a:lnSpc>
              </a:pPr>
              <a:r>
                <a:rPr lang="en-US" sz="40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Technology Stack &amp;</a:t>
              </a:r>
              <a:r>
                <a:rPr lang="en-US" sz="40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 Data Strategy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80843" y="2220376"/>
            <a:ext cx="12265819" cy="1334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Are the technologies</a:t>
            </a: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appropriate? </a:t>
            </a:r>
          </a:p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How will data, APIs, sensors, or datasets be used?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F5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746" y="1572245"/>
            <a:ext cx="17128507" cy="8308731"/>
            <a:chOff x="0" y="0"/>
            <a:chExt cx="842733" cy="4087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2733" cy="408795"/>
            </a:xfrm>
            <a:custGeom>
              <a:avLst/>
              <a:gdLst/>
              <a:ahLst/>
              <a:cxnLst/>
              <a:rect r="r" b="b" t="t" l="l"/>
              <a:pathLst>
                <a:path h="408795" w="842733">
                  <a:moveTo>
                    <a:pt x="20834" y="0"/>
                  </a:moveTo>
                  <a:lnTo>
                    <a:pt x="821899" y="0"/>
                  </a:lnTo>
                  <a:cubicBezTo>
                    <a:pt x="833405" y="0"/>
                    <a:pt x="842733" y="9328"/>
                    <a:pt x="842733" y="20834"/>
                  </a:cubicBezTo>
                  <a:lnTo>
                    <a:pt x="842733" y="387961"/>
                  </a:lnTo>
                  <a:cubicBezTo>
                    <a:pt x="842733" y="393486"/>
                    <a:pt x="840538" y="398785"/>
                    <a:pt x="836631" y="402692"/>
                  </a:cubicBezTo>
                  <a:cubicBezTo>
                    <a:pt x="832724" y="406600"/>
                    <a:pt x="827424" y="408795"/>
                    <a:pt x="821899" y="408795"/>
                  </a:cubicBezTo>
                  <a:lnTo>
                    <a:pt x="20834" y="408795"/>
                  </a:lnTo>
                  <a:cubicBezTo>
                    <a:pt x="9328" y="408795"/>
                    <a:pt x="0" y="399467"/>
                    <a:pt x="0" y="387961"/>
                  </a:cubicBezTo>
                  <a:lnTo>
                    <a:pt x="0" y="20834"/>
                  </a:lnTo>
                  <a:cubicBezTo>
                    <a:pt x="0" y="9328"/>
                    <a:pt x="9328" y="0"/>
                    <a:pt x="2083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842733" cy="4754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8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005717" y="3254154"/>
            <a:ext cx="4276565" cy="3778691"/>
            <a:chOff x="0" y="0"/>
            <a:chExt cx="5702087" cy="503825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20319" y="0"/>
              <a:ext cx="4861448" cy="4004822"/>
            </a:xfrm>
            <a:custGeom>
              <a:avLst/>
              <a:gdLst/>
              <a:ahLst/>
              <a:cxnLst/>
              <a:rect r="r" b="b" t="t" l="l"/>
              <a:pathLst>
                <a:path h="4004822" w="4861448">
                  <a:moveTo>
                    <a:pt x="0" y="0"/>
                  </a:moveTo>
                  <a:lnTo>
                    <a:pt x="4861449" y="0"/>
                  </a:lnTo>
                  <a:lnTo>
                    <a:pt x="4861449" y="4004822"/>
                  </a:lnTo>
                  <a:lnTo>
                    <a:pt x="0" y="4004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7000"/>
              </a:blip>
              <a:stretch>
                <a:fillRect l="-11082" t="-31562" r="-6294" b="-82297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4314679"/>
              <a:ext cx="5702087" cy="723576"/>
            </a:xfrm>
            <a:custGeom>
              <a:avLst/>
              <a:gdLst/>
              <a:ahLst/>
              <a:cxnLst/>
              <a:rect r="r" b="b" t="t" l="l"/>
              <a:pathLst>
                <a:path h="723576" w="5702087">
                  <a:moveTo>
                    <a:pt x="0" y="0"/>
                  </a:moveTo>
                  <a:lnTo>
                    <a:pt x="5702087" y="0"/>
                  </a:lnTo>
                  <a:lnTo>
                    <a:pt x="5702087" y="723576"/>
                  </a:lnTo>
                  <a:lnTo>
                    <a:pt x="0" y="723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7000"/>
              </a:blip>
              <a:stretch>
                <a:fillRect l="-2499" t="-762883" r="0" b="-349482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6686012" y="287186"/>
            <a:ext cx="1062335" cy="1076626"/>
          </a:xfrm>
          <a:custGeom>
            <a:avLst/>
            <a:gdLst/>
            <a:ahLst/>
            <a:cxnLst/>
            <a:rect r="r" b="b" t="t" l="l"/>
            <a:pathLst>
              <a:path h="1076626" w="1062335">
                <a:moveTo>
                  <a:pt x="0" y="0"/>
                </a:moveTo>
                <a:lnTo>
                  <a:pt x="1062334" y="0"/>
                </a:lnTo>
                <a:lnTo>
                  <a:pt x="1062334" y="1076627"/>
                </a:lnTo>
                <a:lnTo>
                  <a:pt x="0" y="10766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486373" y="213427"/>
            <a:ext cx="15806860" cy="1285059"/>
            <a:chOff x="0" y="0"/>
            <a:chExt cx="21075813" cy="17134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98345"/>
              <a:ext cx="6051549" cy="1542121"/>
            </a:xfrm>
            <a:custGeom>
              <a:avLst/>
              <a:gdLst/>
              <a:ahLst/>
              <a:cxnLst/>
              <a:rect r="r" b="b" t="t" l="l"/>
              <a:pathLst>
                <a:path h="1542121" w="6051549">
                  <a:moveTo>
                    <a:pt x="0" y="0"/>
                  </a:moveTo>
                  <a:lnTo>
                    <a:pt x="6051549" y="0"/>
                  </a:lnTo>
                  <a:lnTo>
                    <a:pt x="6051549" y="1542121"/>
                  </a:lnTo>
                  <a:lnTo>
                    <a:pt x="0" y="15421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392627" y="342178"/>
              <a:ext cx="2003298" cy="9526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2057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TEAM NAME</a:t>
              </a:r>
            </a:p>
          </p:txBody>
        </p:sp>
        <p:grpSp>
          <p:nvGrpSpPr>
            <p:cNvPr name="Group 12" id="12"/>
            <p:cNvGrpSpPr/>
            <p:nvPr/>
          </p:nvGrpSpPr>
          <p:grpSpPr>
            <a:xfrm rot="0">
              <a:off x="6415652" y="0"/>
              <a:ext cx="14660161" cy="1713411"/>
              <a:chOff x="0" y="0"/>
              <a:chExt cx="540967" cy="6322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540967" cy="63226"/>
              </a:xfrm>
              <a:custGeom>
                <a:avLst/>
                <a:gdLst/>
                <a:ahLst/>
                <a:cxnLst/>
                <a:rect r="r" b="b" t="t" l="l"/>
                <a:pathLst>
                  <a:path h="63226" w="540967">
                    <a:moveTo>
                      <a:pt x="11552" y="0"/>
                    </a:moveTo>
                    <a:lnTo>
                      <a:pt x="529415" y="0"/>
                    </a:lnTo>
                    <a:cubicBezTo>
                      <a:pt x="532478" y="0"/>
                      <a:pt x="535417" y="1217"/>
                      <a:pt x="537583" y="3384"/>
                    </a:cubicBezTo>
                    <a:cubicBezTo>
                      <a:pt x="539750" y="5550"/>
                      <a:pt x="540967" y="8488"/>
                      <a:pt x="540967" y="11552"/>
                    </a:cubicBezTo>
                    <a:lnTo>
                      <a:pt x="540967" y="51674"/>
                    </a:lnTo>
                    <a:cubicBezTo>
                      <a:pt x="540967" y="58054"/>
                      <a:pt x="535795" y="63226"/>
                      <a:pt x="529415" y="63226"/>
                    </a:cubicBezTo>
                    <a:lnTo>
                      <a:pt x="11552" y="63226"/>
                    </a:lnTo>
                    <a:cubicBezTo>
                      <a:pt x="8488" y="63226"/>
                      <a:pt x="5550" y="62009"/>
                      <a:pt x="3384" y="59842"/>
                    </a:cubicBezTo>
                    <a:cubicBezTo>
                      <a:pt x="1217" y="57676"/>
                      <a:pt x="0" y="54737"/>
                      <a:pt x="0" y="51674"/>
                    </a:cubicBezTo>
                    <a:lnTo>
                      <a:pt x="0" y="11552"/>
                    </a:lnTo>
                    <a:cubicBezTo>
                      <a:pt x="0" y="5172"/>
                      <a:pt x="5172" y="0"/>
                      <a:pt x="11552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66675"/>
                <a:ext cx="540967" cy="12990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98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8026816" y="443638"/>
              <a:ext cx="11355123" cy="9434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10"/>
                </a:lnSpc>
              </a:pPr>
              <a:r>
                <a:rPr lang="en-US" sz="47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Feasibility</a:t>
              </a:r>
              <a:r>
                <a:rPr lang="en-US" sz="47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 &amp; Scalability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80843" y="2220376"/>
            <a:ext cx="8734524" cy="1334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Can the ide</a:t>
            </a: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realistically be built?</a:t>
            </a:r>
          </a:p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Can it scale in real-world use?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F5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746" y="1572245"/>
            <a:ext cx="17128507" cy="8308731"/>
            <a:chOff x="0" y="0"/>
            <a:chExt cx="842733" cy="4087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2733" cy="408795"/>
            </a:xfrm>
            <a:custGeom>
              <a:avLst/>
              <a:gdLst/>
              <a:ahLst/>
              <a:cxnLst/>
              <a:rect r="r" b="b" t="t" l="l"/>
              <a:pathLst>
                <a:path h="408795" w="842733">
                  <a:moveTo>
                    <a:pt x="20834" y="0"/>
                  </a:moveTo>
                  <a:lnTo>
                    <a:pt x="821899" y="0"/>
                  </a:lnTo>
                  <a:cubicBezTo>
                    <a:pt x="833405" y="0"/>
                    <a:pt x="842733" y="9328"/>
                    <a:pt x="842733" y="20834"/>
                  </a:cubicBezTo>
                  <a:lnTo>
                    <a:pt x="842733" y="387961"/>
                  </a:lnTo>
                  <a:cubicBezTo>
                    <a:pt x="842733" y="393486"/>
                    <a:pt x="840538" y="398785"/>
                    <a:pt x="836631" y="402692"/>
                  </a:cubicBezTo>
                  <a:cubicBezTo>
                    <a:pt x="832724" y="406600"/>
                    <a:pt x="827424" y="408795"/>
                    <a:pt x="821899" y="408795"/>
                  </a:cubicBezTo>
                  <a:lnTo>
                    <a:pt x="20834" y="408795"/>
                  </a:lnTo>
                  <a:cubicBezTo>
                    <a:pt x="9328" y="408795"/>
                    <a:pt x="0" y="399467"/>
                    <a:pt x="0" y="387961"/>
                  </a:cubicBezTo>
                  <a:lnTo>
                    <a:pt x="0" y="20834"/>
                  </a:lnTo>
                  <a:cubicBezTo>
                    <a:pt x="0" y="9328"/>
                    <a:pt x="9328" y="0"/>
                    <a:pt x="2083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842733" cy="4754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8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6686012" y="287186"/>
            <a:ext cx="1062335" cy="1076626"/>
          </a:xfrm>
          <a:custGeom>
            <a:avLst/>
            <a:gdLst/>
            <a:ahLst/>
            <a:cxnLst/>
            <a:rect r="r" b="b" t="t" l="l"/>
            <a:pathLst>
              <a:path h="1076626" w="1062335">
                <a:moveTo>
                  <a:pt x="0" y="0"/>
                </a:moveTo>
                <a:lnTo>
                  <a:pt x="1062334" y="0"/>
                </a:lnTo>
                <a:lnTo>
                  <a:pt x="1062334" y="1076627"/>
                </a:lnTo>
                <a:lnTo>
                  <a:pt x="0" y="10766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486373" y="213427"/>
            <a:ext cx="15806860" cy="1285059"/>
            <a:chOff x="0" y="0"/>
            <a:chExt cx="21075813" cy="171341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98345"/>
              <a:ext cx="6051549" cy="1542121"/>
            </a:xfrm>
            <a:custGeom>
              <a:avLst/>
              <a:gdLst/>
              <a:ahLst/>
              <a:cxnLst/>
              <a:rect r="r" b="b" t="t" l="l"/>
              <a:pathLst>
                <a:path h="1542121" w="6051549">
                  <a:moveTo>
                    <a:pt x="0" y="0"/>
                  </a:moveTo>
                  <a:lnTo>
                    <a:pt x="6051549" y="0"/>
                  </a:lnTo>
                  <a:lnTo>
                    <a:pt x="6051549" y="1542121"/>
                  </a:lnTo>
                  <a:lnTo>
                    <a:pt x="0" y="15421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 rot="0">
              <a:off x="392627" y="342178"/>
              <a:ext cx="2003298" cy="9526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80"/>
                </a:lnSpc>
              </a:pPr>
              <a:r>
                <a:rPr lang="en-US" sz="2057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TEAM NAME</a:t>
              </a:r>
            </a:p>
          </p:txBody>
        </p:sp>
        <p:grpSp>
          <p:nvGrpSpPr>
            <p:cNvPr name="Group 9" id="9"/>
            <p:cNvGrpSpPr/>
            <p:nvPr/>
          </p:nvGrpSpPr>
          <p:grpSpPr>
            <a:xfrm rot="0">
              <a:off x="6415652" y="0"/>
              <a:ext cx="14660161" cy="1713411"/>
              <a:chOff x="0" y="0"/>
              <a:chExt cx="540967" cy="63226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540967" cy="63226"/>
              </a:xfrm>
              <a:custGeom>
                <a:avLst/>
                <a:gdLst/>
                <a:ahLst/>
                <a:cxnLst/>
                <a:rect r="r" b="b" t="t" l="l"/>
                <a:pathLst>
                  <a:path h="63226" w="540967">
                    <a:moveTo>
                      <a:pt x="11552" y="0"/>
                    </a:moveTo>
                    <a:lnTo>
                      <a:pt x="529415" y="0"/>
                    </a:lnTo>
                    <a:cubicBezTo>
                      <a:pt x="532478" y="0"/>
                      <a:pt x="535417" y="1217"/>
                      <a:pt x="537583" y="3384"/>
                    </a:cubicBezTo>
                    <a:cubicBezTo>
                      <a:pt x="539750" y="5550"/>
                      <a:pt x="540967" y="8488"/>
                      <a:pt x="540967" y="11552"/>
                    </a:cubicBezTo>
                    <a:lnTo>
                      <a:pt x="540967" y="51674"/>
                    </a:lnTo>
                    <a:cubicBezTo>
                      <a:pt x="540967" y="58054"/>
                      <a:pt x="535795" y="63226"/>
                      <a:pt x="529415" y="63226"/>
                    </a:cubicBezTo>
                    <a:lnTo>
                      <a:pt x="11552" y="63226"/>
                    </a:lnTo>
                    <a:cubicBezTo>
                      <a:pt x="8488" y="63226"/>
                      <a:pt x="5550" y="62009"/>
                      <a:pt x="3384" y="59842"/>
                    </a:cubicBezTo>
                    <a:cubicBezTo>
                      <a:pt x="1217" y="57676"/>
                      <a:pt x="0" y="54737"/>
                      <a:pt x="0" y="51674"/>
                    </a:cubicBezTo>
                    <a:lnTo>
                      <a:pt x="0" y="11552"/>
                    </a:lnTo>
                    <a:cubicBezTo>
                      <a:pt x="0" y="5172"/>
                      <a:pt x="5172" y="0"/>
                      <a:pt x="11552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66675"/>
                <a:ext cx="540967" cy="12990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98"/>
                  </a:lnSpc>
                </a:pPr>
              </a:p>
            </p:txBody>
          </p:sp>
        </p:grpSp>
        <p:sp>
          <p:nvSpPr>
            <p:cNvPr name="TextBox 12" id="12"/>
            <p:cNvSpPr txBox="true"/>
            <p:nvPr/>
          </p:nvSpPr>
          <p:spPr>
            <a:xfrm rot="0">
              <a:off x="7844518" y="443638"/>
              <a:ext cx="11719719" cy="9434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10"/>
                </a:lnSpc>
              </a:pPr>
              <a:r>
                <a:rPr lang="en-US" sz="47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PPT</a:t>
              </a:r>
              <a:r>
                <a:rPr lang="en-US" sz="4745">
                  <a:solidFill>
                    <a:srgbClr val="000000"/>
                  </a:solidFill>
                  <a:latin typeface="Intro Rust"/>
                  <a:ea typeface="Intro Rust"/>
                  <a:cs typeface="Intro Rust"/>
                  <a:sym typeface="Intro Rust"/>
                </a:rPr>
                <a:t> Quality &amp; Originality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780843" y="2220376"/>
            <a:ext cx="13374787" cy="677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38" indent="-399419" lvl="1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Clear slides,</a:t>
            </a:r>
            <a:r>
              <a:rPr lang="en-US" sz="3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diagrams, references, and no plagiarism.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7005717" y="3254154"/>
            <a:ext cx="4276565" cy="3778691"/>
            <a:chOff x="0" y="0"/>
            <a:chExt cx="5702087" cy="503825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20319" y="0"/>
              <a:ext cx="4861448" cy="4004822"/>
            </a:xfrm>
            <a:custGeom>
              <a:avLst/>
              <a:gdLst/>
              <a:ahLst/>
              <a:cxnLst/>
              <a:rect r="r" b="b" t="t" l="l"/>
              <a:pathLst>
                <a:path h="4004822" w="4861448">
                  <a:moveTo>
                    <a:pt x="0" y="0"/>
                  </a:moveTo>
                  <a:lnTo>
                    <a:pt x="4861449" y="0"/>
                  </a:lnTo>
                  <a:lnTo>
                    <a:pt x="4861449" y="4004822"/>
                  </a:lnTo>
                  <a:lnTo>
                    <a:pt x="0" y="4004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7000"/>
              </a:blip>
              <a:stretch>
                <a:fillRect l="-11082" t="-31562" r="-6294" b="-82297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4314679"/>
              <a:ext cx="5702087" cy="723576"/>
            </a:xfrm>
            <a:custGeom>
              <a:avLst/>
              <a:gdLst/>
              <a:ahLst/>
              <a:cxnLst/>
              <a:rect r="r" b="b" t="t" l="l"/>
              <a:pathLst>
                <a:path h="723576" w="5702087">
                  <a:moveTo>
                    <a:pt x="0" y="0"/>
                  </a:moveTo>
                  <a:lnTo>
                    <a:pt x="5702087" y="0"/>
                  </a:lnTo>
                  <a:lnTo>
                    <a:pt x="5702087" y="723576"/>
                  </a:lnTo>
                  <a:lnTo>
                    <a:pt x="0" y="723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7000"/>
              </a:blip>
              <a:stretch>
                <a:fillRect l="-2499" t="-762883" r="0" b="-349482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F5B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9746" y="1572245"/>
            <a:ext cx="17128507" cy="8308731"/>
            <a:chOff x="0" y="0"/>
            <a:chExt cx="842733" cy="4087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2733" cy="408795"/>
            </a:xfrm>
            <a:custGeom>
              <a:avLst/>
              <a:gdLst/>
              <a:ahLst/>
              <a:cxnLst/>
              <a:rect r="r" b="b" t="t" l="l"/>
              <a:pathLst>
                <a:path h="408795" w="842733">
                  <a:moveTo>
                    <a:pt x="20834" y="0"/>
                  </a:moveTo>
                  <a:lnTo>
                    <a:pt x="821899" y="0"/>
                  </a:lnTo>
                  <a:cubicBezTo>
                    <a:pt x="833405" y="0"/>
                    <a:pt x="842733" y="9328"/>
                    <a:pt x="842733" y="20834"/>
                  </a:cubicBezTo>
                  <a:lnTo>
                    <a:pt x="842733" y="387961"/>
                  </a:lnTo>
                  <a:cubicBezTo>
                    <a:pt x="842733" y="393486"/>
                    <a:pt x="840538" y="398785"/>
                    <a:pt x="836631" y="402692"/>
                  </a:cubicBezTo>
                  <a:cubicBezTo>
                    <a:pt x="832724" y="406600"/>
                    <a:pt x="827424" y="408795"/>
                    <a:pt x="821899" y="408795"/>
                  </a:cubicBezTo>
                  <a:lnTo>
                    <a:pt x="20834" y="408795"/>
                  </a:lnTo>
                  <a:cubicBezTo>
                    <a:pt x="9328" y="408795"/>
                    <a:pt x="0" y="399467"/>
                    <a:pt x="0" y="387961"/>
                  </a:cubicBezTo>
                  <a:lnTo>
                    <a:pt x="0" y="20834"/>
                  </a:lnTo>
                  <a:cubicBezTo>
                    <a:pt x="0" y="9328"/>
                    <a:pt x="9328" y="0"/>
                    <a:pt x="2083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842733" cy="4754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8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005717" y="3254154"/>
            <a:ext cx="4276565" cy="3778691"/>
            <a:chOff x="0" y="0"/>
            <a:chExt cx="5702087" cy="503825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20319" y="0"/>
              <a:ext cx="4861448" cy="4004822"/>
            </a:xfrm>
            <a:custGeom>
              <a:avLst/>
              <a:gdLst/>
              <a:ahLst/>
              <a:cxnLst/>
              <a:rect r="r" b="b" t="t" l="l"/>
              <a:pathLst>
                <a:path h="4004822" w="4861448">
                  <a:moveTo>
                    <a:pt x="0" y="0"/>
                  </a:moveTo>
                  <a:lnTo>
                    <a:pt x="4861449" y="0"/>
                  </a:lnTo>
                  <a:lnTo>
                    <a:pt x="4861449" y="4004822"/>
                  </a:lnTo>
                  <a:lnTo>
                    <a:pt x="0" y="4004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2999"/>
              </a:blip>
              <a:stretch>
                <a:fillRect l="-11082" t="-31562" r="-6294" b="-82297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4314679"/>
              <a:ext cx="5702087" cy="723576"/>
            </a:xfrm>
            <a:custGeom>
              <a:avLst/>
              <a:gdLst/>
              <a:ahLst/>
              <a:cxnLst/>
              <a:rect r="r" b="b" t="t" l="l"/>
              <a:pathLst>
                <a:path h="723576" w="5702087">
                  <a:moveTo>
                    <a:pt x="0" y="0"/>
                  </a:moveTo>
                  <a:lnTo>
                    <a:pt x="5702087" y="0"/>
                  </a:lnTo>
                  <a:lnTo>
                    <a:pt x="5702087" y="723576"/>
                  </a:lnTo>
                  <a:lnTo>
                    <a:pt x="0" y="723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32999"/>
              </a:blip>
              <a:stretch>
                <a:fillRect l="-2499" t="-762883" r="0" b="-349482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6568345" y="167937"/>
            <a:ext cx="1180002" cy="1195876"/>
          </a:xfrm>
          <a:custGeom>
            <a:avLst/>
            <a:gdLst/>
            <a:ahLst/>
            <a:cxnLst/>
            <a:rect r="r" b="b" t="t" l="l"/>
            <a:pathLst>
              <a:path h="1195876" w="1180002">
                <a:moveTo>
                  <a:pt x="0" y="0"/>
                </a:moveTo>
                <a:lnTo>
                  <a:pt x="1180001" y="0"/>
                </a:lnTo>
                <a:lnTo>
                  <a:pt x="1180001" y="1195876"/>
                </a:lnTo>
                <a:lnTo>
                  <a:pt x="0" y="11958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742265" y="7328982"/>
            <a:ext cx="680347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557941"/>
                </a:solidFill>
                <a:latin typeface="Intro Rust"/>
                <a:ea typeface="Intro Rust"/>
                <a:cs typeface="Intro Rust"/>
                <a:sym typeface="Intro Rust"/>
              </a:rPr>
              <a:t>Thank You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729137" y="97934"/>
            <a:ext cx="2072115" cy="1335881"/>
          </a:xfrm>
          <a:custGeom>
            <a:avLst/>
            <a:gdLst/>
            <a:ahLst/>
            <a:cxnLst/>
            <a:rect r="r" b="b" t="t" l="l"/>
            <a:pathLst>
              <a:path h="1335881" w="2072115">
                <a:moveTo>
                  <a:pt x="0" y="0"/>
                </a:moveTo>
                <a:lnTo>
                  <a:pt x="2072115" y="0"/>
                </a:lnTo>
                <a:lnTo>
                  <a:pt x="2072115" y="1335881"/>
                </a:lnTo>
                <a:lnTo>
                  <a:pt x="0" y="133588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573734" y="167937"/>
            <a:ext cx="1155403" cy="1155403"/>
          </a:xfrm>
          <a:custGeom>
            <a:avLst/>
            <a:gdLst/>
            <a:ahLst/>
            <a:cxnLst/>
            <a:rect r="r" b="b" t="t" l="l"/>
            <a:pathLst>
              <a:path h="1155403" w="1155403">
                <a:moveTo>
                  <a:pt x="0" y="0"/>
                </a:moveTo>
                <a:lnTo>
                  <a:pt x="1155403" y="0"/>
                </a:lnTo>
                <a:lnTo>
                  <a:pt x="1155403" y="1155402"/>
                </a:lnTo>
                <a:lnTo>
                  <a:pt x="0" y="11554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310" t="-28500" r="0" b="-2740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DAHDoZF0yOM</dc:identifier>
  <dcterms:modified xsi:type="dcterms:W3CDTF">2011-08-01T06:04:30Z</dcterms:modified>
  <cp:revision>1</cp:revision>
  <dc:title>PPT sankalp</dc:title>
</cp:coreProperties>
</file>